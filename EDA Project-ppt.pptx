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1"/>
  </p:notesMasterIdLst>
  <p:sldIdLst>
    <p:sldId id="256" r:id="rId2"/>
    <p:sldId id="287" r:id="rId3"/>
    <p:sldId id="297" r:id="rId4"/>
    <p:sldId id="302" r:id="rId5"/>
    <p:sldId id="325" r:id="rId6"/>
    <p:sldId id="310" r:id="rId7"/>
    <p:sldId id="313" r:id="rId8"/>
    <p:sldId id="306" r:id="rId9"/>
    <p:sldId id="329" r:id="rId10"/>
    <p:sldId id="307" r:id="rId11"/>
    <p:sldId id="334" r:id="rId12"/>
    <p:sldId id="333" r:id="rId13"/>
    <p:sldId id="314" r:id="rId14"/>
    <p:sldId id="316" r:id="rId15"/>
    <p:sldId id="331" r:id="rId16"/>
    <p:sldId id="315" r:id="rId17"/>
    <p:sldId id="319" r:id="rId18"/>
    <p:sldId id="317" r:id="rId19"/>
    <p:sldId id="318" r:id="rId20"/>
    <p:sldId id="320" r:id="rId21"/>
    <p:sldId id="322" r:id="rId22"/>
    <p:sldId id="324" r:id="rId23"/>
    <p:sldId id="321" r:id="rId24"/>
    <p:sldId id="327" r:id="rId25"/>
    <p:sldId id="309" r:id="rId26"/>
    <p:sldId id="323" r:id="rId27"/>
    <p:sldId id="308" r:id="rId28"/>
    <p:sldId id="328" r:id="rId29"/>
    <p:sldId id="259" r:id="rId30"/>
  </p:sldIdLst>
  <p:sldSz cx="12192000" cy="6858000"/>
  <p:notesSz cx="6858000" cy="9144000"/>
  <p:embeddedFontLst>
    <p:embeddedFont>
      <p:font typeface="Libre Baskerville" panose="02000000000000000000" pitchFamily="2" charset="0"/>
      <p:regular r:id="rId32"/>
      <p:bold r:id="rId33"/>
      <p: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angapalli Sharath Kumar" userId="67c8a406ffd12624" providerId="LiveId" clId="{6323DC09-6EA4-41AB-9C3A-C208D7B8FD00}"/>
    <pc:docChg chg="undo redo custSel addSld delSld modSld sldOrd modMainMaster">
      <pc:chgData name="Morangapalli Sharath Kumar" userId="67c8a406ffd12624" providerId="LiveId" clId="{6323DC09-6EA4-41AB-9C3A-C208D7B8FD00}" dt="2026-02-07T00:33:33.602" v="3237"/>
      <pc:docMkLst>
        <pc:docMk/>
      </pc:docMkLst>
      <pc:sldChg chg="addSp delSp modSp mod">
        <pc:chgData name="Morangapalli Sharath Kumar" userId="67c8a406ffd12624" providerId="LiveId" clId="{6323DC09-6EA4-41AB-9C3A-C208D7B8FD00}" dt="2026-01-08T09:56:19.925" v="148" actId="20577"/>
        <pc:sldMkLst>
          <pc:docMk/>
          <pc:sldMk cId="0" sldId="256"/>
        </pc:sldMkLst>
        <pc:spChg chg="add del mod">
          <ac:chgData name="Morangapalli Sharath Kumar" userId="67c8a406ffd12624" providerId="LiveId" clId="{6323DC09-6EA4-41AB-9C3A-C208D7B8FD00}" dt="2026-01-08T09:54:23.615" v="55" actId="1076"/>
          <ac:spMkLst>
            <pc:docMk/>
            <pc:sldMk cId="0" sldId="256"/>
            <ac:spMk id="2" creationId="{1C8C3882-6F42-D0A4-9022-D3BE52284815}"/>
          </ac:spMkLst>
        </pc:spChg>
        <pc:spChg chg="add del mod">
          <ac:chgData name="Morangapalli Sharath Kumar" userId="67c8a406ffd12624" providerId="LiveId" clId="{6323DC09-6EA4-41AB-9C3A-C208D7B8FD00}" dt="2026-01-08T09:56:19.925" v="148" actId="20577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Morangapalli Sharath Kumar" userId="67c8a406ffd12624" providerId="LiveId" clId="{6323DC09-6EA4-41AB-9C3A-C208D7B8FD00}" dt="2026-01-08T09:54:17.701" v="54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ord setBg">
        <pc:chgData name="Morangapalli Sharath Kumar" userId="67c8a406ffd12624" providerId="LiveId" clId="{6323DC09-6EA4-41AB-9C3A-C208D7B8FD00}" dt="2026-01-09T04:41:29.116" v="2704"/>
        <pc:sldMkLst>
          <pc:docMk/>
          <pc:sldMk cId="0" sldId="259"/>
        </pc:sldMkLst>
      </pc:sldChg>
      <pc:sldChg chg="modSp mod">
        <pc:chgData name="Morangapalli Sharath Kumar" userId="67c8a406ffd12624" providerId="LiveId" clId="{6323DC09-6EA4-41AB-9C3A-C208D7B8FD00}" dt="2026-01-08T10:32:28.191" v="799" actId="207"/>
        <pc:sldMkLst>
          <pc:docMk/>
          <pc:sldMk cId="10789182" sldId="287"/>
        </pc:sldMkLst>
        <pc:spChg chg="mod">
          <ac:chgData name="Morangapalli Sharath Kumar" userId="67c8a406ffd12624" providerId="LiveId" clId="{6323DC09-6EA4-41AB-9C3A-C208D7B8FD00}" dt="2026-01-08T10:32:28.191" v="799" actId="207"/>
          <ac:spMkLst>
            <pc:docMk/>
            <pc:sldMk cId="10789182" sldId="287"/>
            <ac:spMk id="3" creationId="{2F531D9B-60C5-FD30-93B1-8E3D61BEEE55}"/>
          </ac:spMkLst>
        </pc:spChg>
      </pc:sldChg>
      <pc:sldChg chg="modSp mod">
        <pc:chgData name="Morangapalli Sharath Kumar" userId="67c8a406ffd12624" providerId="LiveId" clId="{6323DC09-6EA4-41AB-9C3A-C208D7B8FD00}" dt="2026-01-09T09:08:49.621" v="3042" actId="20577"/>
        <pc:sldMkLst>
          <pc:docMk/>
          <pc:sldMk cId="2260780405" sldId="297"/>
        </pc:sldMkLst>
        <pc:spChg chg="mod">
          <ac:chgData name="Morangapalli Sharath Kumar" userId="67c8a406ffd12624" providerId="LiveId" clId="{6323DC09-6EA4-41AB-9C3A-C208D7B8FD00}" dt="2026-01-08T09:57:26.715" v="171" actId="20577"/>
          <ac:spMkLst>
            <pc:docMk/>
            <pc:sldMk cId="2260780405" sldId="297"/>
            <ac:spMk id="2" creationId="{BD1773A1-B12B-150E-2809-D785B306AB9D}"/>
          </ac:spMkLst>
        </pc:spChg>
        <pc:spChg chg="mod">
          <ac:chgData name="Morangapalli Sharath Kumar" userId="67c8a406ffd12624" providerId="LiveId" clId="{6323DC09-6EA4-41AB-9C3A-C208D7B8FD00}" dt="2026-01-09T09:08:49.621" v="3042" actId="20577"/>
          <ac:spMkLst>
            <pc:docMk/>
            <pc:sldMk cId="2260780405" sldId="297"/>
            <ac:spMk id="3" creationId="{1D0451B0-75AD-8471-1DA9-8D06A50AC677}"/>
          </ac:spMkLst>
        </pc:spChg>
      </pc:sldChg>
      <pc:sldChg chg="modSp new mod setBg">
        <pc:chgData name="Morangapalli Sharath Kumar" userId="67c8a406ffd12624" providerId="LiveId" clId="{6323DC09-6EA4-41AB-9C3A-C208D7B8FD00}" dt="2026-01-09T11:37:55.912" v="3207"/>
        <pc:sldMkLst>
          <pc:docMk/>
          <pc:sldMk cId="3918543449" sldId="302"/>
        </pc:sldMkLst>
        <pc:spChg chg="mod">
          <ac:chgData name="Morangapalli Sharath Kumar" userId="67c8a406ffd12624" providerId="LiveId" clId="{6323DC09-6EA4-41AB-9C3A-C208D7B8FD00}" dt="2026-01-09T04:23:43.822" v="2259" actId="20577"/>
          <ac:spMkLst>
            <pc:docMk/>
            <pc:sldMk cId="3918543449" sldId="302"/>
            <ac:spMk id="2" creationId="{F0448C16-4070-DCD7-217B-F0F4E03D35FF}"/>
          </ac:spMkLst>
        </pc:spChg>
        <pc:spChg chg="mod">
          <ac:chgData name="Morangapalli Sharath Kumar" userId="67c8a406ffd12624" providerId="LiveId" clId="{6323DC09-6EA4-41AB-9C3A-C208D7B8FD00}" dt="2026-01-08T12:17:34.537" v="1533"/>
          <ac:spMkLst>
            <pc:docMk/>
            <pc:sldMk cId="3918543449" sldId="302"/>
            <ac:spMk id="3" creationId="{B4D63576-8CC1-0866-2EB7-FCF7C40E97E9}"/>
          </ac:spMkLst>
        </pc:spChg>
      </pc:sldChg>
      <pc:sldChg chg="addSp delSp modSp new mod modClrScheme chgLayout">
        <pc:chgData name="Morangapalli Sharath Kumar" userId="67c8a406ffd12624" providerId="LiveId" clId="{6323DC09-6EA4-41AB-9C3A-C208D7B8FD00}" dt="2026-01-09T05:58:37.318" v="2826" actId="14100"/>
        <pc:sldMkLst>
          <pc:docMk/>
          <pc:sldMk cId="1470475632" sldId="306"/>
        </pc:sldMkLst>
        <pc:spChg chg="mod ord">
          <ac:chgData name="Morangapalli Sharath Kumar" userId="67c8a406ffd12624" providerId="LiveId" clId="{6323DC09-6EA4-41AB-9C3A-C208D7B8FD00}" dt="2026-01-08T12:30:37.570" v="1612" actId="700"/>
          <ac:spMkLst>
            <pc:docMk/>
            <pc:sldMk cId="1470475632" sldId="306"/>
            <ac:spMk id="2" creationId="{739F4BA2-A660-F614-4D73-3EF1A7DDD1BA}"/>
          </ac:spMkLst>
        </pc:spChg>
        <pc:spChg chg="add mod">
          <ac:chgData name="Morangapalli Sharath Kumar" userId="67c8a406ffd12624" providerId="LiveId" clId="{6323DC09-6EA4-41AB-9C3A-C208D7B8FD00}" dt="2026-01-09T05:58:37.318" v="2826" actId="14100"/>
          <ac:spMkLst>
            <pc:docMk/>
            <pc:sldMk cId="1470475632" sldId="306"/>
            <ac:spMk id="4" creationId="{45B861E9-EF0A-D14B-8298-062D618DB20A}"/>
          </ac:spMkLst>
        </pc:spChg>
      </pc:sldChg>
      <pc:sldChg chg="addSp delSp modSp new mod">
        <pc:chgData name="Morangapalli Sharath Kumar" userId="67c8a406ffd12624" providerId="LiveId" clId="{6323DC09-6EA4-41AB-9C3A-C208D7B8FD00}" dt="2026-01-08T12:44:54.737" v="1662" actId="207"/>
        <pc:sldMkLst>
          <pc:docMk/>
          <pc:sldMk cId="2417136356" sldId="307"/>
        </pc:sldMkLst>
        <pc:spChg chg="mod">
          <ac:chgData name="Morangapalli Sharath Kumar" userId="67c8a406ffd12624" providerId="LiveId" clId="{6323DC09-6EA4-41AB-9C3A-C208D7B8FD00}" dt="2026-01-08T12:43:13.274" v="1656" actId="2711"/>
          <ac:spMkLst>
            <pc:docMk/>
            <pc:sldMk cId="2417136356" sldId="307"/>
            <ac:spMk id="2" creationId="{F2D51661-D62C-7CF4-2928-3F9BCF31D9B5}"/>
          </ac:spMkLst>
        </pc:spChg>
        <pc:spChg chg="add mod">
          <ac:chgData name="Morangapalli Sharath Kumar" userId="67c8a406ffd12624" providerId="LiveId" clId="{6323DC09-6EA4-41AB-9C3A-C208D7B8FD00}" dt="2026-01-08T12:44:54.737" v="1662" actId="207"/>
          <ac:spMkLst>
            <pc:docMk/>
            <pc:sldMk cId="2417136356" sldId="307"/>
            <ac:spMk id="4" creationId="{51C077EC-5481-3393-EBE7-E9090FB0C7BE}"/>
          </ac:spMkLst>
        </pc:spChg>
      </pc:sldChg>
      <pc:sldChg chg="addSp delSp modSp new mod">
        <pc:chgData name="Morangapalli Sharath Kumar" userId="67c8a406ffd12624" providerId="LiveId" clId="{6323DC09-6EA4-41AB-9C3A-C208D7B8FD00}" dt="2026-01-08T13:37:30.834" v="1854" actId="1076"/>
        <pc:sldMkLst>
          <pc:docMk/>
          <pc:sldMk cId="3947367978" sldId="308"/>
        </pc:sldMkLst>
        <pc:spChg chg="mod">
          <ac:chgData name="Morangapalli Sharath Kumar" userId="67c8a406ffd12624" providerId="LiveId" clId="{6323DC09-6EA4-41AB-9C3A-C208D7B8FD00}" dt="2026-01-08T10:01:03.025" v="715"/>
          <ac:spMkLst>
            <pc:docMk/>
            <pc:sldMk cId="3947367978" sldId="308"/>
            <ac:spMk id="2" creationId="{BB497240-8820-DEE1-0024-63C5E15F259F}"/>
          </ac:spMkLst>
        </pc:spChg>
        <pc:spChg chg="add mod">
          <ac:chgData name="Morangapalli Sharath Kumar" userId="67c8a406ffd12624" providerId="LiveId" clId="{6323DC09-6EA4-41AB-9C3A-C208D7B8FD00}" dt="2026-01-08T13:37:30.834" v="1854" actId="1076"/>
          <ac:spMkLst>
            <pc:docMk/>
            <pc:sldMk cId="3947367978" sldId="308"/>
            <ac:spMk id="4" creationId="{DEC51517-56A3-EE4F-BCE0-4D641E0725E1}"/>
          </ac:spMkLst>
        </pc:spChg>
      </pc:sldChg>
      <pc:sldChg chg="modSp new mod ord">
        <pc:chgData name="Morangapalli Sharath Kumar" userId="67c8a406ffd12624" providerId="LiveId" clId="{6323DC09-6EA4-41AB-9C3A-C208D7B8FD00}" dt="2026-01-09T09:09:13.344" v="3052" actId="20577"/>
        <pc:sldMkLst>
          <pc:docMk/>
          <pc:sldMk cId="1816492816" sldId="309"/>
        </pc:sldMkLst>
        <pc:spChg chg="mod">
          <ac:chgData name="Morangapalli Sharath Kumar" userId="67c8a406ffd12624" providerId="LiveId" clId="{6323DC09-6EA4-41AB-9C3A-C208D7B8FD00}" dt="2026-01-09T09:09:13.344" v="3052" actId="20577"/>
          <ac:spMkLst>
            <pc:docMk/>
            <pc:sldMk cId="1816492816" sldId="309"/>
            <ac:spMk id="2" creationId="{493D130F-D717-9B5D-EC40-FF4CE02D21C2}"/>
          </ac:spMkLst>
        </pc:spChg>
        <pc:spChg chg="mod">
          <ac:chgData name="Morangapalli Sharath Kumar" userId="67c8a406ffd12624" providerId="LiveId" clId="{6323DC09-6EA4-41AB-9C3A-C208D7B8FD00}" dt="2026-01-09T09:07:29.546" v="3032" actId="20577"/>
          <ac:spMkLst>
            <pc:docMk/>
            <pc:sldMk cId="1816492816" sldId="309"/>
            <ac:spMk id="3" creationId="{6AFDD32A-FBB1-9747-933D-EF8ABF8C8A92}"/>
          </ac:spMkLst>
        </pc:spChg>
      </pc:sldChg>
      <pc:sldChg chg="addSp delSp modSp new mod ord">
        <pc:chgData name="Morangapalli Sharath Kumar" userId="67c8a406ffd12624" providerId="LiveId" clId="{6323DC09-6EA4-41AB-9C3A-C208D7B8FD00}" dt="2026-01-30T07:31:38.314" v="3215" actId="20577"/>
        <pc:sldMkLst>
          <pc:docMk/>
          <pc:sldMk cId="213114693" sldId="310"/>
        </pc:sldMkLst>
        <pc:spChg chg="mod">
          <ac:chgData name="Morangapalli Sharath Kumar" userId="67c8a406ffd12624" providerId="LiveId" clId="{6323DC09-6EA4-41AB-9C3A-C208D7B8FD00}" dt="2026-01-08T10:52:31.386" v="809" actId="2711"/>
          <ac:spMkLst>
            <pc:docMk/>
            <pc:sldMk cId="213114693" sldId="310"/>
            <ac:spMk id="2" creationId="{56D5D917-A50B-83FF-BFBD-40EFDAF5A0D5}"/>
          </ac:spMkLst>
        </pc:spChg>
        <pc:spChg chg="add mod">
          <ac:chgData name="Morangapalli Sharath Kumar" userId="67c8a406ffd12624" providerId="LiveId" clId="{6323DC09-6EA4-41AB-9C3A-C208D7B8FD00}" dt="2026-01-30T07:31:38.314" v="3215" actId="20577"/>
          <ac:spMkLst>
            <pc:docMk/>
            <pc:sldMk cId="213114693" sldId="310"/>
            <ac:spMk id="4" creationId="{A25074DC-D791-504F-D3B4-BFC17D3A8E1D}"/>
          </ac:spMkLst>
        </pc:spChg>
      </pc:sldChg>
      <pc:sldChg chg="modSp new mod ord">
        <pc:chgData name="Morangapalli Sharath Kumar" userId="67c8a406ffd12624" providerId="LiveId" clId="{6323DC09-6EA4-41AB-9C3A-C208D7B8FD00}" dt="2026-01-08T12:23:39.453" v="1572"/>
        <pc:sldMkLst>
          <pc:docMk/>
          <pc:sldMk cId="2118611445" sldId="313"/>
        </pc:sldMkLst>
        <pc:spChg chg="mod">
          <ac:chgData name="Morangapalli Sharath Kumar" userId="67c8a406ffd12624" providerId="LiveId" clId="{6323DC09-6EA4-41AB-9C3A-C208D7B8FD00}" dt="2026-01-08T11:46:37.886" v="1361" actId="2711"/>
          <ac:spMkLst>
            <pc:docMk/>
            <pc:sldMk cId="2118611445" sldId="313"/>
            <ac:spMk id="2" creationId="{087A67FA-880B-0484-FB80-59D20E8A1492}"/>
          </ac:spMkLst>
        </pc:spChg>
        <pc:spChg chg="mod">
          <ac:chgData name="Morangapalli Sharath Kumar" userId="67c8a406ffd12624" providerId="LiveId" clId="{6323DC09-6EA4-41AB-9C3A-C208D7B8FD00}" dt="2026-01-08T11:59:17.814" v="1525" actId="255"/>
          <ac:spMkLst>
            <pc:docMk/>
            <pc:sldMk cId="2118611445" sldId="313"/>
            <ac:spMk id="3" creationId="{C7DFAE0F-8760-2DAD-5275-A0A0A61000D6}"/>
          </ac:spMkLst>
        </pc:spChg>
      </pc:sldChg>
      <pc:sldChg chg="addSp delSp modSp new mod">
        <pc:chgData name="Morangapalli Sharath Kumar" userId="67c8a406ffd12624" providerId="LiveId" clId="{6323DC09-6EA4-41AB-9C3A-C208D7B8FD00}" dt="2026-01-08T12:50:19.188" v="1678" actId="207"/>
        <pc:sldMkLst>
          <pc:docMk/>
          <pc:sldMk cId="312491890" sldId="314"/>
        </pc:sldMkLst>
        <pc:spChg chg="mod">
          <ac:chgData name="Morangapalli Sharath Kumar" userId="67c8a406ffd12624" providerId="LiveId" clId="{6323DC09-6EA4-41AB-9C3A-C208D7B8FD00}" dt="2026-01-08T12:49:48.202" v="1676" actId="1076"/>
          <ac:spMkLst>
            <pc:docMk/>
            <pc:sldMk cId="312491890" sldId="314"/>
            <ac:spMk id="2" creationId="{0A2FBE89-2D4B-0CCA-E201-C30CAFC0510C}"/>
          </ac:spMkLst>
        </pc:spChg>
        <pc:spChg chg="add mod">
          <ac:chgData name="Morangapalli Sharath Kumar" userId="67c8a406ffd12624" providerId="LiveId" clId="{6323DC09-6EA4-41AB-9C3A-C208D7B8FD00}" dt="2026-01-08T12:50:19.188" v="1678" actId="207"/>
          <ac:spMkLst>
            <pc:docMk/>
            <pc:sldMk cId="312491890" sldId="314"/>
            <ac:spMk id="4" creationId="{A9D306DC-10B6-10C8-4BBC-9E3C8C17F550}"/>
          </ac:spMkLst>
        </pc:spChg>
      </pc:sldChg>
      <pc:sldChg chg="addSp delSp modSp new mod ord">
        <pc:chgData name="Morangapalli Sharath Kumar" userId="67c8a406ffd12624" providerId="LiveId" clId="{6323DC09-6EA4-41AB-9C3A-C208D7B8FD00}" dt="2026-01-09T06:24:49.150" v="2947"/>
        <pc:sldMkLst>
          <pc:docMk/>
          <pc:sldMk cId="1789518634" sldId="315"/>
        </pc:sldMkLst>
        <pc:spChg chg="mod">
          <ac:chgData name="Morangapalli Sharath Kumar" userId="67c8a406ffd12624" providerId="LiveId" clId="{6323DC09-6EA4-41AB-9C3A-C208D7B8FD00}" dt="2026-01-08T12:54:22.925" v="1696" actId="20577"/>
          <ac:spMkLst>
            <pc:docMk/>
            <pc:sldMk cId="1789518634" sldId="315"/>
            <ac:spMk id="2" creationId="{C4FE5B43-6B2D-DD26-FDF2-730C6DA0AE0E}"/>
          </ac:spMkLst>
        </pc:spChg>
        <pc:spChg chg="add mod">
          <ac:chgData name="Morangapalli Sharath Kumar" userId="67c8a406ffd12624" providerId="LiveId" clId="{6323DC09-6EA4-41AB-9C3A-C208D7B8FD00}" dt="2026-01-08T12:55:02.646" v="1702" actId="207"/>
          <ac:spMkLst>
            <pc:docMk/>
            <pc:sldMk cId="1789518634" sldId="315"/>
            <ac:spMk id="4" creationId="{0BE45FB7-B5FB-74E3-D5A5-DD65338782BF}"/>
          </ac:spMkLst>
        </pc:spChg>
      </pc:sldChg>
      <pc:sldChg chg="new ord setBg">
        <pc:chgData name="Morangapalli Sharath Kumar" userId="67c8a406ffd12624" providerId="LiveId" clId="{6323DC09-6EA4-41AB-9C3A-C208D7B8FD00}" dt="2026-01-08T12:51:30.921" v="1687"/>
        <pc:sldMkLst>
          <pc:docMk/>
          <pc:sldMk cId="2028950458" sldId="316"/>
        </pc:sldMkLst>
      </pc:sldChg>
      <pc:sldChg chg="addSp delSp modSp new mod ord">
        <pc:chgData name="Morangapalli Sharath Kumar" userId="67c8a406ffd12624" providerId="LiveId" clId="{6323DC09-6EA4-41AB-9C3A-C208D7B8FD00}" dt="2026-02-07T00:33:33.602" v="3237"/>
        <pc:sldMkLst>
          <pc:docMk/>
          <pc:sldMk cId="2171378053" sldId="317"/>
        </pc:sldMkLst>
        <pc:spChg chg="mod">
          <ac:chgData name="Morangapalli Sharath Kumar" userId="67c8a406ffd12624" providerId="LiveId" clId="{6323DC09-6EA4-41AB-9C3A-C208D7B8FD00}" dt="2026-01-08T13:03:08.201" v="1743" actId="255"/>
          <ac:spMkLst>
            <pc:docMk/>
            <pc:sldMk cId="2171378053" sldId="317"/>
            <ac:spMk id="2" creationId="{E17A17F8-3AD6-2CAC-9486-4A98514E9000}"/>
          </ac:spMkLst>
        </pc:spChg>
        <pc:spChg chg="add mod">
          <ac:chgData name="Morangapalli Sharath Kumar" userId="67c8a406ffd12624" providerId="LiveId" clId="{6323DC09-6EA4-41AB-9C3A-C208D7B8FD00}" dt="2026-01-08T13:03:46.788" v="1749" actId="207"/>
          <ac:spMkLst>
            <pc:docMk/>
            <pc:sldMk cId="2171378053" sldId="317"/>
            <ac:spMk id="4" creationId="{D7C62149-0B19-B547-3E1A-328D849C89B8}"/>
          </ac:spMkLst>
        </pc:spChg>
      </pc:sldChg>
      <pc:sldChg chg="addSp delSp modSp new mod ord modClrScheme chgLayout">
        <pc:chgData name="Morangapalli Sharath Kumar" userId="67c8a406ffd12624" providerId="LiveId" clId="{6323DC09-6EA4-41AB-9C3A-C208D7B8FD00}" dt="2026-01-08T13:19:41.233" v="1800" actId="1076"/>
        <pc:sldMkLst>
          <pc:docMk/>
          <pc:sldMk cId="3988737581" sldId="318"/>
        </pc:sldMkLst>
        <pc:picChg chg="add mod ord">
          <ac:chgData name="Morangapalli Sharath Kumar" userId="67c8a406ffd12624" providerId="LiveId" clId="{6323DC09-6EA4-41AB-9C3A-C208D7B8FD00}" dt="2026-01-08T13:19:41.233" v="1800" actId="1076"/>
          <ac:picMkLst>
            <pc:docMk/>
            <pc:sldMk cId="3988737581" sldId="318"/>
            <ac:picMk id="5" creationId="{138F37F2-B3E4-BCD6-889D-D4F0DEC49D74}"/>
          </ac:picMkLst>
        </pc:picChg>
      </pc:sldChg>
      <pc:sldChg chg="addSp delSp modSp new mod ord">
        <pc:chgData name="Morangapalli Sharath Kumar" userId="67c8a406ffd12624" providerId="LiveId" clId="{6323DC09-6EA4-41AB-9C3A-C208D7B8FD00}" dt="2026-01-09T03:42:41.370" v="1897" actId="2711"/>
        <pc:sldMkLst>
          <pc:docMk/>
          <pc:sldMk cId="3985067737" sldId="319"/>
        </pc:sldMkLst>
        <pc:spChg chg="mod">
          <ac:chgData name="Morangapalli Sharath Kumar" userId="67c8a406ffd12624" providerId="LiveId" clId="{6323DC09-6EA4-41AB-9C3A-C208D7B8FD00}" dt="2026-01-09T03:42:41.370" v="1897" actId="2711"/>
          <ac:spMkLst>
            <pc:docMk/>
            <pc:sldMk cId="3985067737" sldId="319"/>
            <ac:spMk id="2" creationId="{B5071D31-806B-711D-F08E-4C0163A97762}"/>
          </ac:spMkLst>
        </pc:spChg>
        <pc:spChg chg="add mod">
          <ac:chgData name="Morangapalli Sharath Kumar" userId="67c8a406ffd12624" providerId="LiveId" clId="{6323DC09-6EA4-41AB-9C3A-C208D7B8FD00}" dt="2026-01-08T12:59:38.138" v="1731" actId="1076"/>
          <ac:spMkLst>
            <pc:docMk/>
            <pc:sldMk cId="3985067737" sldId="319"/>
            <ac:spMk id="4" creationId="{F28A9129-7D97-C515-20B3-22680E0BE931}"/>
          </ac:spMkLst>
        </pc:spChg>
      </pc:sldChg>
      <pc:sldChg chg="modSp new mod ord">
        <pc:chgData name="Morangapalli Sharath Kumar" userId="67c8a406ffd12624" providerId="LiveId" clId="{6323DC09-6EA4-41AB-9C3A-C208D7B8FD00}" dt="2026-02-06T23:59:43.636" v="3233"/>
        <pc:sldMkLst>
          <pc:docMk/>
          <pc:sldMk cId="3135791785" sldId="320"/>
        </pc:sldMkLst>
        <pc:spChg chg="mod">
          <ac:chgData name="Morangapalli Sharath Kumar" userId="67c8a406ffd12624" providerId="LiveId" clId="{6323DC09-6EA4-41AB-9C3A-C208D7B8FD00}" dt="2026-01-09T04:45:35.821" v="2745" actId="207"/>
          <ac:spMkLst>
            <pc:docMk/>
            <pc:sldMk cId="3135791785" sldId="320"/>
            <ac:spMk id="2" creationId="{BDFB5809-3771-2BD3-69A2-5E22E9A20524}"/>
          </ac:spMkLst>
        </pc:spChg>
        <pc:spChg chg="mod">
          <ac:chgData name="Morangapalli Sharath Kumar" userId="67c8a406ffd12624" providerId="LiveId" clId="{6323DC09-6EA4-41AB-9C3A-C208D7B8FD00}" dt="2026-01-08T13:09:35.973" v="1794" actId="27636"/>
          <ac:spMkLst>
            <pc:docMk/>
            <pc:sldMk cId="3135791785" sldId="320"/>
            <ac:spMk id="3" creationId="{32C4524C-382E-3CE8-C358-960E73C8E88D}"/>
          </ac:spMkLst>
        </pc:spChg>
      </pc:sldChg>
      <pc:sldChg chg="addSp new mod ord">
        <pc:chgData name="Morangapalli Sharath Kumar" userId="67c8a406ffd12624" providerId="LiveId" clId="{6323DC09-6EA4-41AB-9C3A-C208D7B8FD00}" dt="2026-01-09T11:18:59.843" v="3093"/>
        <pc:sldMkLst>
          <pc:docMk/>
          <pc:sldMk cId="423784744" sldId="321"/>
        </pc:sldMkLst>
        <pc:picChg chg="add">
          <ac:chgData name="Morangapalli Sharath Kumar" userId="67c8a406ffd12624" providerId="LiveId" clId="{6323DC09-6EA4-41AB-9C3A-C208D7B8FD00}" dt="2026-01-08T13:21:47.106" v="1803" actId="22"/>
          <ac:picMkLst>
            <pc:docMk/>
            <pc:sldMk cId="423784744" sldId="321"/>
            <ac:picMk id="3" creationId="{58A2D8C8-0C48-DC57-AE9B-CE5FEB7B2609}"/>
          </ac:picMkLst>
        </pc:picChg>
      </pc:sldChg>
      <pc:sldChg chg="addSp modSp new mod modClrScheme chgLayout">
        <pc:chgData name="Morangapalli Sharath Kumar" userId="67c8a406ffd12624" providerId="LiveId" clId="{6323DC09-6EA4-41AB-9C3A-C208D7B8FD00}" dt="2026-01-09T10:16:12.608" v="3077" actId="1076"/>
        <pc:sldMkLst>
          <pc:docMk/>
          <pc:sldMk cId="4089693557" sldId="322"/>
        </pc:sldMkLst>
        <pc:spChg chg="add mod">
          <ac:chgData name="Morangapalli Sharath Kumar" userId="67c8a406ffd12624" providerId="LiveId" clId="{6323DC09-6EA4-41AB-9C3A-C208D7B8FD00}" dt="2026-01-09T04:44:52.698" v="2743" actId="20577"/>
          <ac:spMkLst>
            <pc:docMk/>
            <pc:sldMk cId="4089693557" sldId="322"/>
            <ac:spMk id="2" creationId="{568169AE-06CA-D439-2597-F297159EB2EF}"/>
          </ac:spMkLst>
        </pc:spChg>
        <pc:spChg chg="add mod">
          <ac:chgData name="Morangapalli Sharath Kumar" userId="67c8a406ffd12624" providerId="LiveId" clId="{6323DC09-6EA4-41AB-9C3A-C208D7B8FD00}" dt="2026-01-09T10:02:09.936" v="3074"/>
          <ac:spMkLst>
            <pc:docMk/>
            <pc:sldMk cId="4089693557" sldId="322"/>
            <ac:spMk id="3" creationId="{00FCAD48-F578-4973-50FD-7617CFA18108}"/>
          </ac:spMkLst>
        </pc:spChg>
        <pc:picChg chg="add mod">
          <ac:chgData name="Morangapalli Sharath Kumar" userId="67c8a406ffd12624" providerId="LiveId" clId="{6323DC09-6EA4-41AB-9C3A-C208D7B8FD00}" dt="2026-01-09T10:16:12.608" v="3077" actId="1076"/>
          <ac:picMkLst>
            <pc:docMk/>
            <pc:sldMk cId="4089693557" sldId="322"/>
            <ac:picMk id="5" creationId="{53C6EC51-491A-8160-7C40-275DB25D184C}"/>
          </ac:picMkLst>
        </pc:picChg>
      </pc:sldChg>
      <pc:sldChg chg="delSp modSp new mod">
        <pc:chgData name="Morangapalli Sharath Kumar" userId="67c8a406ffd12624" providerId="LiveId" clId="{6323DC09-6EA4-41AB-9C3A-C208D7B8FD00}" dt="2026-01-08T13:29:59.240" v="1838" actId="255"/>
        <pc:sldMkLst>
          <pc:docMk/>
          <pc:sldMk cId="172432337" sldId="323"/>
        </pc:sldMkLst>
        <pc:spChg chg="mod">
          <ac:chgData name="Morangapalli Sharath Kumar" userId="67c8a406ffd12624" providerId="LiveId" clId="{6323DC09-6EA4-41AB-9C3A-C208D7B8FD00}" dt="2026-01-08T13:29:59.240" v="1838" actId="255"/>
          <ac:spMkLst>
            <pc:docMk/>
            <pc:sldMk cId="172432337" sldId="323"/>
            <ac:spMk id="3" creationId="{45816A18-882D-5250-D357-43CCCD60D1C3}"/>
          </ac:spMkLst>
        </pc:spChg>
      </pc:sldChg>
      <pc:sldChg chg="modSp new mod">
        <pc:chgData name="Morangapalli Sharath Kumar" userId="67c8a406ffd12624" providerId="LiveId" clId="{6323DC09-6EA4-41AB-9C3A-C208D7B8FD00}" dt="2026-01-09T04:45:18.277" v="2744" actId="207"/>
        <pc:sldMkLst>
          <pc:docMk/>
          <pc:sldMk cId="1893189145" sldId="324"/>
        </pc:sldMkLst>
        <pc:spChg chg="mod">
          <ac:chgData name="Morangapalli Sharath Kumar" userId="67c8a406ffd12624" providerId="LiveId" clId="{6323DC09-6EA4-41AB-9C3A-C208D7B8FD00}" dt="2026-01-09T04:45:18.277" v="2744" actId="207"/>
          <ac:spMkLst>
            <pc:docMk/>
            <pc:sldMk cId="1893189145" sldId="324"/>
            <ac:spMk id="2" creationId="{6712F3F2-FAF2-6095-2266-013587B49CFB}"/>
          </ac:spMkLst>
        </pc:spChg>
        <pc:spChg chg="mod">
          <ac:chgData name="Morangapalli Sharath Kumar" userId="67c8a406ffd12624" providerId="LiveId" clId="{6323DC09-6EA4-41AB-9C3A-C208D7B8FD00}" dt="2026-01-09T04:00:57.596" v="2210" actId="1076"/>
          <ac:spMkLst>
            <pc:docMk/>
            <pc:sldMk cId="1893189145" sldId="324"/>
            <ac:spMk id="3" creationId="{C9F55FCA-5C5F-FC66-F791-97E00190CE34}"/>
          </ac:spMkLst>
        </pc:spChg>
      </pc:sldChg>
      <pc:sldChg chg="modSp new mod">
        <pc:chgData name="Morangapalli Sharath Kumar" userId="67c8a406ffd12624" providerId="LiveId" clId="{6323DC09-6EA4-41AB-9C3A-C208D7B8FD00}" dt="2026-01-09T04:28:23.955" v="2635" actId="255"/>
        <pc:sldMkLst>
          <pc:docMk/>
          <pc:sldMk cId="3765830869" sldId="325"/>
        </pc:sldMkLst>
        <pc:spChg chg="mod">
          <ac:chgData name="Morangapalli Sharath Kumar" userId="67c8a406ffd12624" providerId="LiveId" clId="{6323DC09-6EA4-41AB-9C3A-C208D7B8FD00}" dt="2026-01-09T04:27:35.165" v="2632"/>
          <ac:spMkLst>
            <pc:docMk/>
            <pc:sldMk cId="3765830869" sldId="325"/>
            <ac:spMk id="2" creationId="{D86F4FAA-4BF4-393F-E204-15CE3586D9A1}"/>
          </ac:spMkLst>
        </pc:spChg>
        <pc:spChg chg="mod">
          <ac:chgData name="Morangapalli Sharath Kumar" userId="67c8a406ffd12624" providerId="LiveId" clId="{6323DC09-6EA4-41AB-9C3A-C208D7B8FD00}" dt="2026-01-09T04:28:23.955" v="2635" actId="255"/>
          <ac:spMkLst>
            <pc:docMk/>
            <pc:sldMk cId="3765830869" sldId="325"/>
            <ac:spMk id="3" creationId="{5B6F2694-A186-EFC5-87CB-4E4CCC4A1C4A}"/>
          </ac:spMkLst>
        </pc:spChg>
      </pc:sldChg>
      <pc:sldChg chg="addSp delSp modSp new mod">
        <pc:chgData name="Morangapalli Sharath Kumar" userId="67c8a406ffd12624" providerId="LiveId" clId="{6323DC09-6EA4-41AB-9C3A-C208D7B8FD00}" dt="2026-01-09T09:06:48.067" v="3030" actId="20577"/>
        <pc:sldMkLst>
          <pc:docMk/>
          <pc:sldMk cId="4063074499" sldId="327"/>
        </pc:sldMkLst>
        <pc:spChg chg="mod">
          <ac:chgData name="Morangapalli Sharath Kumar" userId="67c8a406ffd12624" providerId="LiveId" clId="{6323DC09-6EA4-41AB-9C3A-C208D7B8FD00}" dt="2026-01-09T09:06:48.067" v="3030" actId="20577"/>
          <ac:spMkLst>
            <pc:docMk/>
            <pc:sldMk cId="4063074499" sldId="327"/>
            <ac:spMk id="2" creationId="{51CDA239-40A7-EE7E-798E-EAEBC70C0F6E}"/>
          </ac:spMkLst>
        </pc:spChg>
        <pc:spChg chg="add mod">
          <ac:chgData name="Morangapalli Sharath Kumar" userId="67c8a406ffd12624" providerId="LiveId" clId="{6323DC09-6EA4-41AB-9C3A-C208D7B8FD00}" dt="2026-01-09T04:39:06.590" v="2684" actId="14100"/>
          <ac:spMkLst>
            <pc:docMk/>
            <pc:sldMk cId="4063074499" sldId="327"/>
            <ac:spMk id="4" creationId="{C7DA8BAA-3AC8-E1BF-23ED-944F9391E5FF}"/>
          </ac:spMkLst>
        </pc:spChg>
      </pc:sldChg>
      <pc:sldChg chg="delSp modSp new mod">
        <pc:chgData name="Morangapalli Sharath Kumar" userId="67c8a406ffd12624" providerId="LiveId" clId="{6323DC09-6EA4-41AB-9C3A-C208D7B8FD00}" dt="2026-01-09T04:41:03.863" v="2697" actId="1076"/>
        <pc:sldMkLst>
          <pc:docMk/>
          <pc:sldMk cId="2848127421" sldId="328"/>
        </pc:sldMkLst>
        <pc:spChg chg="mod">
          <ac:chgData name="Morangapalli Sharath Kumar" userId="67c8a406ffd12624" providerId="LiveId" clId="{6323DC09-6EA4-41AB-9C3A-C208D7B8FD00}" dt="2026-01-09T04:41:03.863" v="2697" actId="1076"/>
          <ac:spMkLst>
            <pc:docMk/>
            <pc:sldMk cId="2848127421" sldId="328"/>
            <ac:spMk id="2" creationId="{69275AF0-320E-3C58-43E2-46E820C716DC}"/>
          </ac:spMkLst>
        </pc:spChg>
      </pc:sldChg>
      <pc:sldChg chg="addSp delSp modSp new mod setBg">
        <pc:chgData name="Morangapalli Sharath Kumar" userId="67c8a406ffd12624" providerId="LiveId" clId="{6323DC09-6EA4-41AB-9C3A-C208D7B8FD00}" dt="2026-01-09T06:09:34.956" v="2881" actId="1035"/>
        <pc:sldMkLst>
          <pc:docMk/>
          <pc:sldMk cId="2534031602" sldId="329"/>
        </pc:sldMkLst>
        <pc:spChg chg="mod">
          <ac:chgData name="Morangapalli Sharath Kumar" userId="67c8a406ffd12624" providerId="LiveId" clId="{6323DC09-6EA4-41AB-9C3A-C208D7B8FD00}" dt="2026-01-09T06:00:00.550" v="2837" actId="14100"/>
          <ac:spMkLst>
            <pc:docMk/>
            <pc:sldMk cId="2534031602" sldId="329"/>
            <ac:spMk id="2" creationId="{AB2DD1D8-08E1-644D-EE47-7C6D7E2AC779}"/>
          </ac:spMkLst>
        </pc:spChg>
        <pc:spChg chg="add mod">
          <ac:chgData name="Morangapalli Sharath Kumar" userId="67c8a406ffd12624" providerId="LiveId" clId="{6323DC09-6EA4-41AB-9C3A-C208D7B8FD00}" dt="2026-01-09T06:00:23.400" v="2841" actId="14100"/>
          <ac:spMkLst>
            <pc:docMk/>
            <pc:sldMk cId="2534031602" sldId="329"/>
            <ac:spMk id="4" creationId="{9810F6BB-CC1B-DF37-E834-3AC1CA323B0B}"/>
          </ac:spMkLst>
        </pc:spChg>
        <pc:spChg chg="add mod">
          <ac:chgData name="Morangapalli Sharath Kumar" userId="67c8a406ffd12624" providerId="LiveId" clId="{6323DC09-6EA4-41AB-9C3A-C208D7B8FD00}" dt="2026-01-09T06:09:34.956" v="2881" actId="1035"/>
          <ac:spMkLst>
            <pc:docMk/>
            <pc:sldMk cId="2534031602" sldId="329"/>
            <ac:spMk id="5" creationId="{1C01FC22-F5E6-C4FB-E23B-2158EF4355CA}"/>
          </ac:spMkLst>
        </pc:spChg>
      </pc:sldChg>
      <pc:sldChg chg="addSp delSp modSp new mod">
        <pc:chgData name="Morangapalli Sharath Kumar" userId="67c8a406ffd12624" providerId="LiveId" clId="{6323DC09-6EA4-41AB-9C3A-C208D7B8FD00}" dt="2026-01-09T06:26:31.343" v="2960" actId="14100"/>
        <pc:sldMkLst>
          <pc:docMk/>
          <pc:sldMk cId="611590288" sldId="331"/>
        </pc:sldMkLst>
        <pc:spChg chg="mod">
          <ac:chgData name="Morangapalli Sharath Kumar" userId="67c8a406ffd12624" providerId="LiveId" clId="{6323DC09-6EA4-41AB-9C3A-C208D7B8FD00}" dt="2026-01-09T06:26:05.268" v="2955" actId="113"/>
          <ac:spMkLst>
            <pc:docMk/>
            <pc:sldMk cId="611590288" sldId="331"/>
            <ac:spMk id="2" creationId="{0D99F110-B1AB-E1B4-C775-73553560D2D5}"/>
          </ac:spMkLst>
        </pc:spChg>
        <pc:picChg chg="add mod">
          <ac:chgData name="Morangapalli Sharath Kumar" userId="67c8a406ffd12624" providerId="LiveId" clId="{6323DC09-6EA4-41AB-9C3A-C208D7B8FD00}" dt="2026-01-09T06:26:31.343" v="2960" actId="14100"/>
          <ac:picMkLst>
            <pc:docMk/>
            <pc:sldMk cId="611590288" sldId="331"/>
            <ac:picMk id="5" creationId="{9F6F4979-CEB9-0E20-C759-EA6E71222AFF}"/>
          </ac:picMkLst>
        </pc:picChg>
      </pc:sldChg>
      <pc:sldChg chg="addSp modSp new mod">
        <pc:chgData name="Morangapalli Sharath Kumar" userId="67c8a406ffd12624" providerId="LiveId" clId="{6323DC09-6EA4-41AB-9C3A-C208D7B8FD00}" dt="2026-01-09T11:08:47.041" v="3091" actId="207"/>
        <pc:sldMkLst>
          <pc:docMk/>
          <pc:sldMk cId="878090820" sldId="333"/>
        </pc:sldMkLst>
        <pc:spChg chg="mod">
          <ac:chgData name="Morangapalli Sharath Kumar" userId="67c8a406ffd12624" providerId="LiveId" clId="{6323DC09-6EA4-41AB-9C3A-C208D7B8FD00}" dt="2026-01-09T11:08:47.041" v="3091" actId="207"/>
          <ac:spMkLst>
            <pc:docMk/>
            <pc:sldMk cId="878090820" sldId="333"/>
            <ac:spMk id="2" creationId="{9757003B-83E1-0E13-5912-B94078C6ECFF}"/>
          </ac:spMkLst>
        </pc:spChg>
        <pc:picChg chg="add mod">
          <ac:chgData name="Morangapalli Sharath Kumar" userId="67c8a406ffd12624" providerId="LiveId" clId="{6323DC09-6EA4-41AB-9C3A-C208D7B8FD00}" dt="2026-01-09T11:08:38.500" v="3090" actId="1076"/>
          <ac:picMkLst>
            <pc:docMk/>
            <pc:sldMk cId="878090820" sldId="333"/>
            <ac:picMk id="4" creationId="{01990331-1AA2-5AD8-3D51-2C91EBEA6032}"/>
          </ac:picMkLst>
        </pc:picChg>
      </pc:sldChg>
      <pc:sldChg chg="addSp delSp modSp new mod ord">
        <pc:chgData name="Morangapalli Sharath Kumar" userId="67c8a406ffd12624" providerId="LiveId" clId="{6323DC09-6EA4-41AB-9C3A-C208D7B8FD00}" dt="2026-01-30T07:42:20.108" v="3230" actId="14100"/>
        <pc:sldMkLst>
          <pc:docMk/>
          <pc:sldMk cId="3381561811" sldId="334"/>
        </pc:sldMkLst>
        <pc:picChg chg="add mod">
          <ac:chgData name="Morangapalli Sharath Kumar" userId="67c8a406ffd12624" providerId="LiveId" clId="{6323DC09-6EA4-41AB-9C3A-C208D7B8FD00}" dt="2026-01-30T07:42:20.108" v="3230" actId="14100"/>
          <ac:picMkLst>
            <pc:docMk/>
            <pc:sldMk cId="3381561811" sldId="334"/>
            <ac:picMk id="6" creationId="{4D4763A6-0727-EFCF-7C0D-672C22B6BE30}"/>
          </ac:picMkLst>
        </pc:picChg>
      </pc:sldChg>
      <pc:sldMasterChg chg="addSp delSp modSp mod modSldLayout">
        <pc:chgData name="Morangapalli Sharath Kumar" userId="67c8a406ffd12624" providerId="LiveId" clId="{6323DC09-6EA4-41AB-9C3A-C208D7B8FD00}" dt="2026-01-08T11:33:45.768" v="1201" actId="1076"/>
        <pc:sldMasterMkLst>
          <pc:docMk/>
          <pc:sldMasterMk cId="774091801" sldId="2147483672"/>
        </pc:sldMasterMkLst>
        <pc:spChg chg="add mod">
          <ac:chgData name="Morangapalli Sharath Kumar" userId="67c8a406ffd12624" providerId="LiveId" clId="{6323DC09-6EA4-41AB-9C3A-C208D7B8FD00}" dt="2026-01-08T11:32:48.336" v="1198" actId="1076"/>
          <ac:spMkLst>
            <pc:docMk/>
            <pc:sldMasterMk cId="774091801" sldId="2147483672"/>
            <ac:spMk id="11" creationId="{F11995A8-24B1-57C0-82A6-EDB85E977638}"/>
          </ac:spMkLst>
        </pc:spChg>
        <pc:picChg chg="add mod">
          <ac:chgData name="Morangapalli Sharath Kumar" userId="67c8a406ffd12624" providerId="LiveId" clId="{6323DC09-6EA4-41AB-9C3A-C208D7B8FD00}" dt="2026-01-08T11:32:48.336" v="1198" actId="1076"/>
          <ac:picMkLst>
            <pc:docMk/>
            <pc:sldMasterMk cId="774091801" sldId="2147483672"/>
            <ac:picMk id="12" creationId="{C6C557B5-6B9F-2F75-2DE8-2B6D03350AF4}"/>
          </ac:picMkLst>
        </pc:picChg>
        <pc:sldLayoutChg chg="modSp mod">
          <pc:chgData name="Morangapalli Sharath Kumar" userId="67c8a406ffd12624" providerId="LiveId" clId="{6323DC09-6EA4-41AB-9C3A-C208D7B8FD00}" dt="2026-01-08T11:31:55.371" v="1187" actId="14100"/>
          <pc:sldLayoutMkLst>
            <pc:docMk/>
            <pc:sldMasterMk cId="774091801" sldId="2147483672"/>
            <pc:sldLayoutMk cId="2616165188" sldId="2147483673"/>
          </pc:sldLayoutMkLst>
          <pc:spChg chg="mod">
            <ac:chgData name="Morangapalli Sharath Kumar" userId="67c8a406ffd12624" providerId="LiveId" clId="{6323DC09-6EA4-41AB-9C3A-C208D7B8FD00}" dt="2026-01-08T11:31:55.371" v="1187" actId="14100"/>
            <ac:spMkLst>
              <pc:docMk/>
              <pc:sldMasterMk cId="774091801" sldId="2147483672"/>
              <pc:sldLayoutMk cId="2616165188" sldId="2147483673"/>
              <ac:spMk id="6" creationId="{26516A70-D690-87EE-8DFD-B5CFEF587FD6}"/>
            </ac:spMkLst>
          </pc:spChg>
        </pc:sldLayoutChg>
        <pc:sldLayoutChg chg="modSp mod">
          <pc:chgData name="Morangapalli Sharath Kumar" userId="67c8a406ffd12624" providerId="LiveId" clId="{6323DC09-6EA4-41AB-9C3A-C208D7B8FD00}" dt="2026-01-08T11:33:45.768" v="1201" actId="1076"/>
          <pc:sldLayoutMkLst>
            <pc:docMk/>
            <pc:sldMasterMk cId="774091801" sldId="2147483672"/>
            <pc:sldLayoutMk cId="3639499068" sldId="2147483679"/>
          </pc:sldLayoutMkLst>
          <pc:spChg chg="mod">
            <ac:chgData name="Morangapalli Sharath Kumar" userId="67c8a406ffd12624" providerId="LiveId" clId="{6323DC09-6EA4-41AB-9C3A-C208D7B8FD00}" dt="2026-01-08T11:33:45.768" v="1201" actId="1076"/>
            <ac:spMkLst>
              <pc:docMk/>
              <pc:sldMasterMk cId="774091801" sldId="2147483672"/>
              <pc:sldLayoutMk cId="3639499068" sldId="2147483679"/>
              <ac:spMk id="4" creationId="{BCC616FE-BF8D-B23B-9A25-67817929FCCF}"/>
            </ac:spMkLst>
          </pc:sp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34.9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204 440 24575,'615'0'0,"430"0"-37,-1028-1 53,-1-1-1,32-7 0,-30 5-18,0 1 0,23-2 0,-12 4 3,12 1 0,77-12 0,15-2 0,-23 4 0,133-14 0,-191 19 0,-1 2 0,57 4 0,59-3 0,-91-10 0,-48 7 0,43-2 0,-126 11-223,-77 14 1,34-3-186,-995 191-2838,1057-198 3866,22-6 14,0 1 1,0 0-1,1 1 1,-25 10-1,69-9-327,105-10-643,205-34-1,-168 16 194,61-6 143,-218 27 204,0 0 0,0-2 0,16-5 0,-79 3-204,-217 9-2299,-290 41 0,-46 53 395,305-45 1908,-358 53-1760,406-55 1915,171-29 4282,309-118-1464,-37 13-4953,71-13-1137,337-76 0,614-70 999,-1059 221 2380,10-1 905,217-58 0,-289 50 889,-75 25-3926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46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7060 952 24575,'-27'-10'0,"4"1"0,-63 0 0,17 3 0,-103-22 0,-305-22-131,4 44-498,290 7 601,112 2 28,0 2 0,0 4 0,1 3 0,-91 27 0,-262 117 0,323-108 159,-99 65 0,168-95 225,-13 12-328,41-28-53,0 0-1,1 0 1,-1 0-1,0 1 1,1-1-1,0 1 1,-1 0-1,1 0 1,0 0-1,1 0 1,-4 7-1,5-10-2,0 1 0,0 0 0,0 0 0,0 0 0,0 0 0,1-1 0,-1 1 0,0 0 0,1 0 0,-1 0 0,0-1 0,1 1 0,-1 0 0,1 0 0,-1-1 0,1 1 0,-1 0 0,1-1 0,0 1 0,-1-1 0,1 1 0,0-1 0,-1 1 0,1-1 0,0 1 0,0-1 0,-1 0 0,1 0 0,1 1 0,27 8 0,-29-9 0,43 7-341,0-2-1,57-1 0,-20-1-200,1156 11-7243,-416-71 4175,-1-34 899,-418 45 2154,1574-211 459,-1703 215 390,212-37 425,-152 9 5616,-365 84-4539,21-9-1724,-84 35 1636,-375 147-1381,-21-4-3123,-189 67-965,-436 119 1480,-242 87-165,956-316 2797,-248 93 1026,20 41-328,626-272-993,-21 11 629,0 1 0,1 1-1,-25 22 1508,65-43-1487,24-13-87,183-109-426,395-211-3165,-56 91 354,72 22 3246,-619 222-640,1703-498-1826,54 124 210,-678 190 3867,-1070 184-1939,127-28 3260,-201 38 375,18 4-2781,0 2 1,1 2-1,-56 31 1,-12 6 489,71-37-1641,17-8 0,-1 0 0,0-1 0,0 0 0,0-1 0,-16 3 0,-1415 170-8821,716-97 5306,-81 1 1554,-307 39 2534,1024-108 277,25-4 1562,-101 24-1,230-54 486,65-34-1,-58 24-2043,240-100-4460,505-143 0,69 99 1893,-621 132 1816,-255 43-97,230-48 2972,-310 72-553,-73 35 0,-83 48-3768,67-30 288,-921 381-5737,611-274 5895,-188 75 744,543-211 548,17-8 2054,-121 66-1,142-61 2541,93-43-4057,18-4-53,43-18-876,-1-4 0,139-67 0,-126 52-141,120-39 1,-192 74 138,-8 4 0,0 0 0,-1-1 0,0 0 0,1 0 0,-1 0 0,0-1 0,0 0 0,0-1 0,0 1 0,6-6 0,-13 8 14,1 1 1,0-1 0,-1 1 0,1-1 0,-1 1 0,1-1 0,-1 1-1,1-1 1,-1 1 0,0 0 0,1-1 0,-1 1 0,1 0 0,-1-1-1,0 1 1,1 0 0,-1 0 0,0 0 0,1 0 0,-1-1-1,0 1 1,1 0 0,-1 0 0,0 0 0,1 0 0,-1 0 0,0 1-1,-24-3 402,-548 1-2420,262 3 1203,208 0 561,-112-4-280,214 2 549,0 0 0,1 0 0,-1 0-1,0 0 1,0 0 0,0-1 0,0 1 0,0 0 0,0 0-1,0-1 1,0 1 0,0 0 0,0-1 0,0 1 0,0-1 0,1 1-1,-1-1 1,0 0 0,0 1 0,1-1 0,-1 0 0,0 1-1,0-2 1,1 1 18,0-1 0,-1 1 0,1 0-1,0 0 1,0 0 0,0 0 0,1 0-1,-1 0 1,0 0 0,0 0 0,1 0-1,-1 0 1,0 0 0,1 0 0,-1 0-1,1 0 1,-1 0 0,2 0 0,4-8 347,1 0 0,0 1 0,13-10 0,-13 11-184,33-30-111,80-57 0,-117 92-99,0 0 0,0 0 0,-1 0 0,1 0 0,-1-1 0,0 1 0,1-1 0,-1 1 0,2-5 0,-4 7 0,0 0 0,0-1 0,0 1 0,0-1 0,1 1 0,-1 0 0,0-1 0,0 1 0,0-1 0,0 1 0,0-1 0,0 1 0,0-1 0,0 1 0,0 0 0,-1-1 0,1 1 0,0-1 0,0 1 0,0-1 0,0 1 0,-1 0 0,1-1 0,0 1 0,0 0 0,-1-1 0,1 1 0,-1-1 0,-1 0 0,1 0 0,0 0 0,-1 1 0,1-1 0,-1 0 0,1 1 0,-1 0 0,1-1 0,-1 1 0,1 0 0,-3-1 0,-30-1-83,0 1 0,-1 1 1,1 2-1,-35 7 0,-134 32-389,184-37 467,-61 15-32,-133 27 133,224-48 86,0-2 0,-1 0 0,0 0 0,20-11 0,54-36-485,-30 18-335,347-180 256,-196 112 292,-188 89 40,-17 11 63,0 1 1,0 0-1,0 0 1,-1-1-1,1 1 0,0 0 1,0 0-1,-1 0 0,1-1 1,0 1-1,0 0 1,-1 0-1,1 0 0,0 0 1,-1-1-1,1 1 1,0 0-1,-1 0 0,1 0 1,0 0-1,-1 0 1,1 0-1,0 0 0,-1 0 1,1 0-1,0 0 1,-1 0-1,1 0 0,0 0 1,-1 0-1,1 1 1,-43 5 820,-12 12-776,-101 47 1,60-22-54,-116 50-5,209-93 0,6-4 0,14-13 0,28-20 0,11-5 0,87-85 0,-142 127 0,0-1 0,-1 1 0,1 0 0,-1-1 0,1 1 0,-1 0 0,1-1 0,-1 1 0,1-1 0,-1 1 0,0-1 0,1 1 0,-1-1 0,0 1 0,1-1 0,-1 0 0,0 1 0,0-1 0,1 1 0,-1-1 0,0 0 0,0 1 0,0-1 0,0 0 0,0 1 0,0-1 0,0 0 0,0 1 0,0-1 0,0 1 0,0-1 0,-1-1 0,-17-4 0,-5-1 0,23 7 0,-1-1 0,0 1 0,1 0 0,-1-1 0,1 1 0,0-1 0,-1 1 0,1-1 0,-1 0 0,1 1 0,0-1 0,-1 1 0,1-1 0,0 1 0,0-1 0,0 0 0,-1 1 0,1-1 0,0 0 0,0 1 0,0-1 0,0 0 0,0 1 0,0-1 0,0 0 0,0 1 0,0-1 0,0 0 0,1 1 0,-1-1 0,0 1 0,1-2 0,1-2 0,0-1 0,1 1 0,-1-1 0,1 1 0,0 0 0,0 0 0,1 0 0,7-6 0,37-29 0,-34 29 0,106-77-624,138-75 0,-83 56 514,-167 99 313,-14 7 248,-18 8 234,-646 283-2397,269-120 912,-292 117 800,408-170-332,-58 25-118,301-125 478,12-5 772,-1 1 0,-31 21-1,62-35-783,0 0 0,0 0 0,-1 0 0,1 0 0,0 0 0,0 0-1,0 0 1,-1 0 0,1 0 0,0 0 0,0 0 0,0 0 0,0 0-1,-1 0 1,1 0 0,0 0 0,0 0 0,0 0 0,0 1 0,-1-1-1,1 0 1,0 0 0,0 0 0,0 0 0,0 0 0,0 0 0,0 1-1,-1-1 1,1 0 0,0 0 0,0 0 0,0 0 0,0 1 0,0-1-1,0 0 1,0 0 0,0 0 0,0 1 0,0-1 0,0 0 0,0 0-1,0 0 1,0 1 0,0-1 0,0 0 0,0 0 0,0 0 0,0 0-1,0 1 1,0-1 0,13-1 125,23-10-205,194-90-1230,100-39-1352,1141-298-1409,-1470 438 4046,605-150-1101,-543 126 1651,-49 17 113,1 1 0,1 1 0,-1 0 0,1 1 0,19 8 2070,-35-4-2674,-14 15 779,-31 19 100,-70 42 0,70-48-1008,-81 66 0,2 0 79,82-64 0,-56 50 0,80-65 0,-1-1 0,0-1 0,-27 15 0,8-6 0,-108 55 0,60-35 0,19-7 0,-130 49 0,288-82 0,591-95-783,-410 48 587,112-27 1175,-466 74-979,-27 18-841,-205 65 0,84-19-421,16-13 1262,-215 56 0,265-72-234,13-4 21,135-27 422,16-6-202,0 0 1,0 0 0,0 0 0,0 0 0,0 0-1,0 0 1,0 0 0,0 0 0,0 0 0,0 0-1,-1 0 1,1 0 0,0 0 8,0 1-1,0-1-7,0 0 0,0 0 0,0 0-1,0 0 1,0 0 0,0 0 0,0 0 0,0 0-1,0 0 1,0 0 0,0 0 0,0 1 0,0-1-1,0 0 1,0 0 0,0 0 0,0 0 0,0 0-1,0 0 1,0 0 0,0 0 0,0 0 0,0 0-1,0 1 1,0-1 0,0 0 0,0 0 0,0 0-1,0 0 1,0 0 0,0 0 0,0 0 23,0 0-23,0 0 0,0 0-1,1 1 1,-1-1 0,0 0 0,0 0 0,0 0-1,0 0 1,0 0 0,0 0 0,0 0 0,29-1 1190,147-42-980,-52 10-400,548-109-1481,-413 90 1275,589-79-1487,-495 84 1382,446-17 493,-412 43-547,90-2-204,-281 11 1560,-9 1 1573,20 0-1849,8-1 615,34 0-1099,15 0-59,-116 0 1105,4 0 57,-243 17-1653,-113 21-1,134-15-142,-699 115-4657,236-35 2199,-311 52 2782,327-46-448,175-25 4154,274-63-1357,51-8-1062,0 1 1,0 1-1,-33 11 1469,59-14-2015,19-6-457,125-54-319,70-23-1706,739-151-4501,17 87 4486,-233 57 2093,-293 37-235,-443 51 290,66-7 2141,136-1 1,-230 11-1493,-1 2 0,1-1 1,0 2-1,1 1 1,-1 0-1,-21 10 0,-1-1-76,-58 17-917,-1152 350-3737,512-153 3209,669-208 1378,46-14-61,0 1 0,0 1-1,-40 24 1817,81-38-1303,90-54-397,-13 5-1597,108-41-748,319-103 1,231-22-1524,-701 206 3215,742-180 1542,-773 188 282,-35 6-267,-35 2 37,-29 6-1732,-114 23 0,-75 35-2310,61-14 953,-768 150-3999,-167 38 3939,855-177 1967,-58 15 3248,202-40 3793,204-48-6286,138-49-1667,401-97-2237,601-11-878,-1026 148 7138,-250 63-152,-102 36-4048,-90 42 31,92-42 422,-44 24 841,202-93 276,29-12-645,30-12-261,381-123-608,-380 125 641,-3-1 0,1 3 0,64-8 0,-392 21-386,87-4-941,-442 47-1944,3 40 2581,-270 30-254,864-112 1306,26-3 252,0 0 1,1 2-1,-1 0 0,-28 9 0,114-22 3066,686-106-6326,7 33-2657,48-5 2137,280-37 3082,-973 117 979,-57 5 1185,100-19 1,-275 36 2834,-372 123-6591,384-105 1919,-153 54-243,-104 31 0,-59 21-906,348-112 700,-4 4 148,42-15 1020,-46 12-1,70-25-716,9-6 61,16-11 374,28-16 143,1 6-823,-33 20 0,-1-1 0,0 1 0,0-2 0,0 0 0,-1 0 0,11-11 0,-19 18 0,-1 0 0,0-1 0,0 1 0,0 0 0,0 0 0,0 0 0,0-1 0,1 1 0,-1 0 0,0 0 0,0-1 0,0 1 0,0 0 0,0 0 0,0-1 0,0 1 0,0 0 0,0 0 0,0-1 0,0 1 0,0 0 0,0 0 0,-1-1 0,1 1 0,0 0 0,0 0 0,0 0 0,0-1 0,0 1 0,0 0 0,0 0 0,-1 0 0,1-1 0,0 1 0,0 0 0,0 0 0,-1 0 0,1 0 0,0-1 0,0 1 0,0 0 0,-1 0 0,1 0 0,0 0 0,0 0 0,-1 0 0,1 0 0,0 0 0,0 0 0,-1 0 0,1 0 0,0 0 0,0 0 0,-1 0 0,1 0 0,0 0 0,-19-2 0,18 2 0,-382 0 0,162 2 0,192-2 0,0-1 0,-1 1 0,1 1 0,-1 2 0,1 1 0,-57 15 0,43-7 0,0-3 0,0-1 0,-84 4 0,61-7 0,-14 6 0,-21 1 0,623-15-3043,-272 5 1674,219-1-1789,540-3-849,0-58 3036,-676 33 198,25 2 676,728-71 141,-88-27 3987,-886 108-3029,263-44 6374,-339 51-7005,60-17 223,-108 22-594,-14 1 0,-829-21-5007,-137 0-1449,642 21 6239,-673 4 401,3 40-1607,283-11 1886,725-31-432,-194 8 832,74 4 2830,339-44 769,117-15-4767,736-37-3661,5 32-727,-837 42 4470,1056-74-404,-323-32 2970,-891 106-1137,-16 3 1631,64-16 1,-170 21 111,-33 3-2924,-441 4-3329,-2 28-54,-457 109 1446,608-76 1870,-499 100 402,837-157 245,-189 30 4233,239-49-4143,14-9-24,105-51-1014,2 4 1,194-65 0,288-46-2063,-445 133 2086,410-97 413,133-36-1650,-703 175 1561,381-98 5648,-423 106-4682,-30 17-919,-87 44 1,37-14-228,-349 129-790,-80 36-260,428-168 1049,-192 97-1425,212-92 1843,-88 49 4478,168-96-4599,14-8-120,0 0-1,0 0 0,0 0 0,0 0 1,0 0-1,0 0 0,0 0 1,1 0-1,-1 0 0,0 0 1,0 0-1,0 0 0,0 0 0,0 0 1,0 0-1,0 0 0,0 0 1,0 1-1,0-1 0,0 0 1,0 0-1,0 0 0,0 0 0,0 0 1,0 0-1,1 0 0,-1 0 1,0 0-1,0 0 0,0 0 1,0 0-1,0 0 0,0 0 0,0 0 1,0 0-1,0 0 0,0 1 1,0-1-1,0 0 0,0 0 1,0 0-1,0 0 0,0 0 0,0 0 1,0 0-1,0 0 0,0 0 1,0 0-1,0 0 0,0 0 1,0 0-1,0 0 0,0 0 0,-1 1 1,1-1-1,0 0 0,0 0 1,0 0-1,0 0 0,0 0 1,0 0-1,0 0 0,0 0 0,27-7-11,182-80-815,-84 33 129,173-50-1,-245 90 791,291-86-672,-310 85 1319,-28 8-42,-24 4-69,-37 6-788,1 3 0,1 3 0,-100 28 0,123-29-56,-518 138-2253,-216 56 2436,423-113-1418,306-80 2834,-1 2 1,-49 26 934,94-36-2002,13-3-281,205-69-948,-98 27-262,206-47-720,417-58 0,339-2-752,-346 60 1908,-635 73 2266,-23 5 4296,-115 14-5156,0 2 0,-29 6 0,-115 34-2074,123-30 1081,-237 69-1769,-174 45-465,-465 123 1719,814-219-5,-172 59 1093,99-22 3679,158-51-1050,40-21-2099,245-97-1704,157-54-2075,605-149-1039,-555 152 2803,-161 36 3561,-263 100-358,-93 12 1966,-396 39-4504,4 30-2774,-664 149 620,1092-211 2622,-651 156 774,592-134 324,45-14 640,0-2 1,-47 9 0,130-32-1423,-1-2 1,69-31-1,-3 1-1395,813-230-1876,-824 250 3209,335-85-3066,-257 57 4471,-159 41 618,-28 13-2149,-10-3 723,-18 1 2,-94 5-794,-148 23 0,162-13-625,-842 106-5516,309-36 2928,-497 101 4126,1004-155 2242,151-40-2175,27-15 52,79-47 1216,171-88-1016,-87 75-2351,324-89 1,238-5 2932,-809 179-162,36 1-1619,-1007 9-4371,2 35-20,867-36 3862,-173 18 2824,302-21-559,36-7-499,26-9 232,65-25 0,-25 7-687,333-83-4391,477-61-1,-268 91 1564,-106 16 1132,-463 57 804,302-38 393,-105 32 5715,-289 16-4353,-186 10 1623,-112 22-3982,-44 3-1685,80-18 1087,-510 48-842,718-55 1637,-338 55 849,269-26 4058,193-39-1429,359-61-4131,-181 20-421,698-52-4098,6 62 2385,-703 25 3450,1074-3-674,-860 18 6869,-432-10-6297,-31 15 1506,10-8-1010,-323 128 3114,-479 192-5738,582-238 808,-77 24 967,16-11 5492,296-99-5122,-3 1-40,0 0-1,0-1 0,0 0 1,0-1-1,-16 3 0,24-5-8,1 0 0,0 0 0,0 0 0,-1 0 0,1 0 0,0 0 0,0-1 0,-1 1 0,1 0 0,0 0 0,0 0 0,0 0 0,-1 0 0,1-1 0,0 1 0,0 0 0,0 0 0,0 0 0,-1-1 0,1 1 0,0 0 0,0 0 0,0 0 0,0-1 0,0 1 0,0 0 0,0 0 0,-1-1 0,1 1 0,0 0 0,0 0 0,0-1 0,0 1 0,0 0 0,0 0 0,0-1 0,0 1 0,1 0 0,-1 0 0,0-1 0,0 1 0,0 0 0,0 0 0,0-1 0,0 1 0,0 0 0,0 0 0,1 0 0,-1-1 0,0 1 0,0 0 0,0 0 0,1 0 0,-1 0 0,0-1 0,0 1 0,0 0 0,1 0 0,-1 0 0,0 0 0,13-14 0,137-126 0,-135 119 0,-14 20 0,-1 1 0,0-1 0,0 0 0,0 0 0,0 1 0,1-1 0,-1 0 0,0 1 0,0-1 0,0 0 0,0 1 0,-1-1 0,1 0 0,0 1 0,0-1 0,0 0 0,-1 1 0,1-1 0,0 0 0,0 1 0,-1-1 0,-2-1 0,1 0 0,0 0 0,-1 0 0,1 1 0,-1-1 0,0 1 0,0 0 0,0-1 0,1 2 0,-1-1 0,0 0 0,0 0 0,-3 1 0,-60-10-597,0 3-1,-82 2 1,32 2-345,-891-19-5879,335 26 5296,341 12 1868,-559 99 0,752-85 2712,158-45-1089,328-163 1184,-114 73-5822,390-115 0,478-106 1542,-1078 319 1218,-7 3 569,0-2-1,28-17 1392,-45 23-2022,-11-6 701,-18 0 78,-313-15 120,205 16-1640,-1112-27-5737,-2 31 2115,604 3 2520,-808 29 1526,5 79 285,588-10-2,9 29 48,46 66 822,476-76 2984,328-118-3770,-23 14 1774,35-12-827,197-2 2841,-100-4-3093,2104 0-10603,-1210 4 9429,-141 27-154,-454-11 700,366 20 1935,-538-25-234,-90-1 32,93 2 6227,-431-11-7475,-111 4-3216,-1309 10-6145,1081-18 6653,-2106-91-723,2380 74 2821,-1315-92 431,1395 102 65,-178-15 3349,355 23-3715,0 1 1,0 0-1,0-1 1,0 0-1,0 0 1,0 0-1,0 0 1,0 0-1,1-1 1,-1 1-1,-3-3 1,6 3-104,-1 1 0,1 0 0,-1-1 0,1 1 0,0-1 1,-1 1-1,1-1 0,0 1 0,0-1 0,-1 1 0,1-1 0,0 1 0,0-1 1,0 1-1,0-1 0,0 1 0,0-1 0,0 1 0,0-1 0,0 1 0,0-1 0,0 1 1,0-1-1,0 1 0,0-1 0,1-1 25,0 1 0,-1 0-1,1-1 1,0 1 0,0 0 0,0 0-1,0 0 1,0 0 0,1 0 0,-1 0 0,0 0-1,0 0 1,2-1 0,38-19 975,1 2-1,1 1 1,78-20 0,-61 19-324,904-216-5463,191 75 935,-422 68 3223,-205 39 5555,-488 51-3987,0 1 1849,70-11 1,-97 10-2806,0 1 0,0 0 0,0 1 1,0 0-1,0 1 0,0 0 0,19 5 1,7 5-27,41 16 1,-14-3-16,-21-10-3,287 79-638,-81-38 487,19 4 200,-264-58-16,26 5 252,-23-1-75,-17 1-4,-26 2-143,0-1 1,-57 2-1,62-6-55,-251 29-212,-177 14-236,293-35 687,-90 3 214,231-14-786,0 2 0,0 0-1,-26 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69D2-908B-4147-AB26-EF9ACDA04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0F768-4479-A780-FC78-8C249520E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CCA5D-4F56-BC5A-1243-198083E5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CC02-20B9-F18F-6408-ECD5F8D6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16A70-D690-87EE-8DFD-B5CFEF58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16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A5EF-1792-3E1A-F438-B06CC0C9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9A99-09FC-596C-74DA-D153C8CC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5060-0330-9B0C-78C9-1CC873FD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8DDAF-4E87-1BF0-A2A9-834D9ACB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CF74-5758-00CA-A838-BBF11CF8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70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A3BD-715F-0085-B308-86E7B417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0CB06-7B43-10EC-D51C-AAD931C16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B6162-4374-4196-7102-23A63E9C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95E51-DE11-F769-A8C4-C0AE1A8C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41F02-A178-5B51-943E-C76C188D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54D9-2EBB-6C7D-6BBB-81EABD62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11B8C-71EC-5F39-53C5-C4EC872AF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5B101-C7C0-9A7B-02F5-32D044267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B7994-46D7-8ACD-72C7-DEDB0BAC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1E2D4-EEA5-3A69-135C-D6B418B1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77923-32CF-D9AE-A3C0-28FA48EE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64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C879-187B-B160-1A33-53684E6C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05F95-E239-E2B5-A8B9-72B2EC316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A0580-3F8A-030D-CE10-352B09772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FC2F5-2B2F-B328-1637-5EA706903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F1BDD-5F76-E516-ED79-C2C22BE6D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9273E-1E86-B87F-0A0D-DD6CF61F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FC342-A3DC-902B-B35A-C76CA6F9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23EDB-10BE-0029-4E6A-70FF3F17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99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7EDF-ABFB-3537-4D94-FC2134E3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9AD76-CDF6-CB64-263E-FC2DF517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F6FC1-2860-1C5B-E993-C05DFFF2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76ABA-63A5-DD7A-7ECB-3FFCAFC6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2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7F0D5-B0A8-E8AC-855D-47197C88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22CD2-D331-F228-5AB8-8262CFF2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16FE-BF8D-B23B-9A25-67817929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8964" y="6476134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499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814A-A74E-DB4A-F404-AC2A6569D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82BF2-3709-30BF-E3AB-8C122890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15C67-716D-9728-1D7B-82A8EA65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AB042-9713-F942-40A5-8A9D9B71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31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F326-B757-EB7B-5741-C5DE9AA6C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8FD31-D20E-3798-5823-885D984E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BD314-BEF2-6854-C404-D71EED028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9C16F-813F-8CE2-E258-D4F49BAF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04525-E705-74F1-22DA-2B0B8EF3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B6FC8-36D4-3A1E-CF0B-A8F1A8FA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53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2173-D264-DC40-8338-010D2335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4A323-E3EB-2A85-C55F-5AC82F906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3C8BE-7CA6-8F47-4D46-9220E0A00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AE453-D113-E53E-22BC-0D6DAA31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BBAA-D382-E5A5-DD06-EBF1B549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452B2-5A0F-9401-1961-F1B2DFC3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051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ADC0-AC1D-FE24-A225-63AF828D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65163-764F-BEC9-B6BC-77F20DDAF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BE00-14E4-903C-17A6-B3327850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8BDAB-3183-1174-7434-6C094E08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67385-DD6D-3612-8904-676D3C8C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618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C2CA6-048C-16AC-4A96-8401F3839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B2BFE-E5CA-27F9-70F2-97518C144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A54A6-6858-26CD-377C-2CC34029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B0F6-BB14-1B3F-E51F-433C28AE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F26A5-E5B1-5BE7-5EC5-F33D1041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6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C95C7-2AD1-C901-23DC-A9A0A797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A4737-E869-541D-5BD8-24DB5F36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8A3A9-1581-9F6B-9F01-EA244B303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041A-72FF-0729-CCAA-0722A8B5B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21373-5258-7DF3-3F6E-2715214B2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Google Shape;24;p9">
            <a:extLst>
              <a:ext uri="{FF2B5EF4-FFF2-40B4-BE49-F238E27FC236}">
                <a16:creationId xmlns:a16="http://schemas.microsoft.com/office/drawing/2014/main" id="{F11995A8-24B1-57C0-82A6-EDB85E977638}"/>
              </a:ext>
            </a:extLst>
          </p:cNvPr>
          <p:cNvSpPr txBox="1">
            <a:spLocks/>
          </p:cNvSpPr>
          <p:nvPr userDrawn="1"/>
        </p:nvSpPr>
        <p:spPr>
          <a:xfrm>
            <a:off x="8778181" y="6245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2" name="Google Shape;25;p9">
            <a:extLst>
              <a:ext uri="{FF2B5EF4-FFF2-40B4-BE49-F238E27FC236}">
                <a16:creationId xmlns:a16="http://schemas.microsoft.com/office/drawing/2014/main" id="{C6C557B5-6B9F-2F75-2DE8-2B6D03350AF4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8778181" y="607400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409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4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localhost:8888/notebooks/%20Web%20Scraping/Data%20cleaning%20and%20Visualizations.ipynb#4.-Discount-Analysis-(Which-brand-offers-the-biggest-deals?)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8068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44715" y="3726950"/>
            <a:ext cx="890256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Laptop Data analysis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C3882-6F42-D0A4-9022-D3BE52284815}"/>
              </a:ext>
            </a:extLst>
          </p:cNvPr>
          <p:cNvSpPr txBox="1"/>
          <p:nvPr/>
        </p:nvSpPr>
        <p:spPr>
          <a:xfrm>
            <a:off x="8509137" y="4645857"/>
            <a:ext cx="252689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M.SHARATH KUMAR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450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Dilsukhnagar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14:cNvPr>
              <p14:cNvContentPartPr/>
              <p14:nvPr/>
            </p14:nvContentPartPr>
            <p14:xfrm>
              <a:off x="4632662" y="3197292"/>
              <a:ext cx="1207080" cy="30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0022" y="3134292"/>
                <a:ext cx="13327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14:cNvPr>
              <p14:cNvContentPartPr/>
              <p14:nvPr/>
            </p14:nvContentPartPr>
            <p14:xfrm>
              <a:off x="3087704" y="2819472"/>
              <a:ext cx="5057640" cy="106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4704" y="2756472"/>
                <a:ext cx="5183280" cy="11901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7B6EEB9-E88F-DA76-5192-6D79196E3067}"/>
              </a:ext>
            </a:extLst>
          </p:cNvPr>
          <p:cNvSpPr txBox="1"/>
          <p:nvPr/>
        </p:nvSpPr>
        <p:spPr>
          <a:xfrm>
            <a:off x="4269995" y="3090122"/>
            <a:ext cx="3652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33BF-C5E3-8B5A-FEB8-9FAB0F53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137652"/>
            <a:ext cx="11039167" cy="92423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 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31D9B-60C5-FD30-93B1-8E3D61BEE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5" y="1140542"/>
            <a:ext cx="11107995" cy="503642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MORANGAPALLI SHARATH KUMAR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graduation in the stream of B.sc(MSDS) and Degree from Govt degree college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Khairatabad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https://www.linkedin.com/feed/?trk=guest_homepage-basic_google-one-tap-submit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/>
              <a:t>: </a:t>
            </a:r>
            <a:r>
              <a:rPr lang="en-IN" dirty="0">
                <a:solidFill>
                  <a:srgbClr val="00B0F0"/>
                </a:solidFill>
              </a:rPr>
              <a:t>https://github.com/morangapallysharathkumar?tab=repositories</a:t>
            </a:r>
          </a:p>
        </p:txBody>
      </p:sp>
    </p:spTree>
    <p:extLst>
      <p:ext uri="{BB962C8B-B14F-4D97-AF65-F5344CB8AC3E}">
        <p14:creationId xmlns:p14="http://schemas.microsoft.com/office/powerpoint/2010/main" val="1078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73A1-B12B-150E-2809-D785B306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451B0-75AD-8471-1DA9-8D06A50AC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169068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Extraction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Univariate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from Laptop Data Analysis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spc="-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6078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8C16-4070-DCD7-217B-F0F4E03D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63576-8CC1-0866-2EB7-FCF7C40E9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Core Challenge:</a:t>
            </a:r>
            <a:r>
              <a:rPr lang="en-US" dirty="0"/>
              <a:t> Consumers and stakeholders often find it difficult to determine whether a laptop's price is justified by its performance or simply influenced by its brand name.</a:t>
            </a:r>
          </a:p>
          <a:p>
            <a:r>
              <a:rPr lang="en-US" b="1" dirty="0"/>
              <a:t>Primary Research Problems:</a:t>
            </a:r>
            <a:endParaRPr lang="en-US" dirty="0"/>
          </a:p>
          <a:p>
            <a:r>
              <a:rPr lang="en-US" b="1" dirty="0"/>
              <a:t>Brand Impact:</a:t>
            </a:r>
            <a:r>
              <a:rPr lang="en-US" dirty="0"/>
              <a:t> * Determining if the brand name significantly inflates the price regardless of the hardware provided.</a:t>
            </a:r>
          </a:p>
          <a:p>
            <a:pPr lvl="1"/>
            <a:r>
              <a:rPr lang="en-US" dirty="0"/>
              <a:t>Identifying if "Brand Premium" outweighs technical value.</a:t>
            </a:r>
          </a:p>
          <a:p>
            <a:r>
              <a:rPr lang="en-US" b="1" dirty="0"/>
              <a:t>Technical Influence:</a:t>
            </a:r>
            <a:r>
              <a:rPr lang="en-US" dirty="0"/>
              <a:t> * Identifying which specific specifications (RAM, ROM, Processor) have the highest correlation with cost.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54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4FAA-4BF4-393F-E204-15CE3586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2694-A186-EFC5-87CB-4E4CCC4A1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200" b="1" dirty="0"/>
              <a:t>Project Goal:</a:t>
            </a:r>
            <a:r>
              <a:rPr lang="en-US" sz="3200" dirty="0"/>
              <a:t> To perform an Exploratory Data Analysis (EDA) that quantifies the relationship between brand identity and technical specifications, helping stakeholders identify which factors contribute most to the laptop's valuation.</a:t>
            </a:r>
            <a:endParaRPr lang="en-US" altLang="en-US" sz="32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830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D917-A50B-83FF-BFBD-40EFDAF5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5074DC-D791-504F-D3B4-BFC17D3A8E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108469"/>
            <a:ext cx="1028208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used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script opens Chrome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"clicks buttons" to load all the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finds specific "tags" in the website's code to pull out the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extracted [534 rows &amp; 12 columns]</a:t>
            </a:r>
          </a:p>
        </p:txBody>
      </p:sp>
    </p:spTree>
    <p:extLst>
      <p:ext uri="{BB962C8B-B14F-4D97-AF65-F5344CB8AC3E}">
        <p14:creationId xmlns:p14="http://schemas.microsoft.com/office/powerpoint/2010/main" val="213114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67FA-880B-0484-FB80-59D20E8A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FAE0F-8760-2DAD-5275-A0A0A6100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sz="3000" b="1" dirty="0"/>
              <a:t>Dataset Summary</a:t>
            </a:r>
            <a:endParaRPr lang="en-IN" sz="3000" dirty="0"/>
          </a:p>
          <a:p>
            <a:r>
              <a:rPr lang="en-IN" b="1" dirty="0"/>
              <a:t>Total Records:</a:t>
            </a:r>
            <a:r>
              <a:rPr lang="en-IN" dirty="0"/>
              <a:t> 534 unique laptop listings.</a:t>
            </a:r>
          </a:p>
          <a:p>
            <a:r>
              <a:rPr lang="en-IN" b="1" dirty="0"/>
              <a:t>Total Columns:</a:t>
            </a:r>
            <a:r>
              <a:rPr lang="en-IN" dirty="0"/>
              <a:t> 12 attributes covering specifications and pricing.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000" b="1" dirty="0"/>
              <a:t>Core Attributes</a:t>
            </a:r>
            <a:endParaRPr lang="en-IN" sz="3000" dirty="0"/>
          </a:p>
          <a:p>
            <a:r>
              <a:rPr lang="en-IN" b="1" dirty="0"/>
              <a:t>Categorical:</a:t>
            </a:r>
            <a:r>
              <a:rPr lang="en-IN" dirty="0"/>
              <a:t> Brand (Apple, HP, Asus, etc.), Processor Type, Model Name, and </a:t>
            </a:r>
            <a:r>
              <a:rPr lang="en-IN" dirty="0" err="1"/>
              <a:t>Color</a:t>
            </a:r>
            <a:r>
              <a:rPr lang="en-IN" dirty="0"/>
              <a:t>.</a:t>
            </a:r>
          </a:p>
          <a:p>
            <a:r>
              <a:rPr lang="en-IN" b="1" dirty="0"/>
              <a:t>Physical Specs:</a:t>
            </a:r>
            <a:r>
              <a:rPr lang="en-IN" dirty="0"/>
              <a:t> Screen Size (inches) and Weight (KG).</a:t>
            </a:r>
          </a:p>
          <a:p>
            <a:r>
              <a:rPr lang="en-IN" b="1" dirty="0"/>
              <a:t>Hardware Specs:</a:t>
            </a:r>
            <a:r>
              <a:rPr lang="en-IN" dirty="0"/>
              <a:t> RAM (GB) and Storage Capacity (ROM GB).</a:t>
            </a:r>
          </a:p>
          <a:p>
            <a:r>
              <a:rPr lang="en-IN" b="1" dirty="0"/>
              <a:t>Financial Metrics:</a:t>
            </a:r>
            <a:r>
              <a:rPr lang="en-IN" dirty="0"/>
              <a:t> Current Price, Original Price, Savings (INR), and Discount Percentage.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61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4BA2-A660-F614-4D73-3EF1A7DD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Univariate Analysis</a:t>
            </a:r>
            <a:br>
              <a:rPr lang="en-US" sz="2800" b="1" dirty="0">
                <a:solidFill>
                  <a:srgbClr val="FF0000"/>
                </a:solidFill>
              </a:rPr>
            </a:b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400" b="1" dirty="0"/>
              <a:t>1. Price Distribution (Are these budget or luxury laptops?)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861E9-EF0A-D14B-8298-062D618DB20A}"/>
              </a:ext>
            </a:extLst>
          </p:cNvPr>
          <p:cNvSpPr/>
          <p:nvPr/>
        </p:nvSpPr>
        <p:spPr>
          <a:xfrm>
            <a:off x="838200" y="1778558"/>
            <a:ext cx="10515600" cy="433084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47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D1D8-08E1-644D-EE47-7C6D7E2AC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87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0F6BB-CC1B-DF37-E834-3AC1CA323B0B}"/>
              </a:ext>
            </a:extLst>
          </p:cNvPr>
          <p:cNvSpPr/>
          <p:nvPr/>
        </p:nvSpPr>
        <p:spPr>
          <a:xfrm>
            <a:off x="6722347" y="1607736"/>
            <a:ext cx="4401178" cy="374049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1FC22-F5E6-C4FB-E23B-2158EF4355CA}"/>
              </a:ext>
            </a:extLst>
          </p:cNvPr>
          <p:cNvSpPr/>
          <p:nvPr/>
        </p:nvSpPr>
        <p:spPr>
          <a:xfrm>
            <a:off x="593690" y="1489668"/>
            <a:ext cx="5502310" cy="383847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031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1661-D62C-7CF4-2928-3F9BCF31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br>
              <a:rPr lang="en-US" sz="2800" b="1" dirty="0"/>
            </a:br>
            <a:r>
              <a:rPr lang="en-US" sz="2800" b="1" dirty="0"/>
              <a:t>Brand vs. Average Price (Which brand is most expensive?)</a:t>
            </a:r>
            <a:endParaRPr lang="en-IN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077EC-5481-3393-EBE7-E9090FB0C7BE}"/>
              </a:ext>
            </a:extLst>
          </p:cNvPr>
          <p:cNvSpPr/>
          <p:nvPr/>
        </p:nvSpPr>
        <p:spPr>
          <a:xfrm>
            <a:off x="934497" y="1690688"/>
            <a:ext cx="9586127" cy="438856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136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763A6-0727-EFCF-7C0D-672C22B6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6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003B-83E1-0E13-5912-B94078C6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Processor Choice Impacts Laptop Price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90331-1AA2-5AD8-3D51-2C91EBEA6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4133"/>
            <a:ext cx="8697923" cy="432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9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FBE89-2D4B-0CCA-E201-C30CAFC0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97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 RAM vs. Price (How much does extra memory cost?)</a:t>
            </a:r>
            <a:endParaRPr lang="en-IN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D306DC-10B6-10C8-4BBC-9E3C8C17F550}"/>
              </a:ext>
            </a:extLst>
          </p:cNvPr>
          <p:cNvSpPr/>
          <p:nvPr/>
        </p:nvSpPr>
        <p:spPr>
          <a:xfrm>
            <a:off x="838200" y="1326382"/>
            <a:ext cx="10255180" cy="483325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9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50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F110-B1AB-E1B4-C775-73553560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Size vs Price: Larger Screens show a Slight Price Increase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F4979-CEB9-0E20-C759-EA6E71222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803" y="1407005"/>
            <a:ext cx="8026423" cy="483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90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5B43-6B2D-DD26-FDF2-730C6DA0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 Discount Analysis (Which brand offers the biggest deals?)</a:t>
            </a:r>
            <a:r>
              <a:rPr lang="en-US" sz="28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¶</a:t>
            </a:r>
            <a:endParaRPr lang="en-IN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E45FB7-B5FB-74E3-D5A5-DD65338782BF}"/>
              </a:ext>
            </a:extLst>
          </p:cNvPr>
          <p:cNvSpPr/>
          <p:nvPr/>
        </p:nvSpPr>
        <p:spPr>
          <a:xfrm>
            <a:off x="1006997" y="1493134"/>
            <a:ext cx="9965803" cy="46761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518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1D31-806B-711D-F08E-4C0163A9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2209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br>
              <a:rPr lang="en-US" sz="2400" b="1" dirty="0"/>
            </a:br>
            <a:r>
              <a:rPr lang="en-US" sz="2400" b="1" dirty="0"/>
              <a:t>To check which features (RAM, ROM, Weight, Screen Size) have the strongest "pull" on the price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8A9129-7D97-C515-20B3-22680E0BE931}"/>
              </a:ext>
            </a:extLst>
          </p:cNvPr>
          <p:cNvSpPr/>
          <p:nvPr/>
        </p:nvSpPr>
        <p:spPr>
          <a:xfrm>
            <a:off x="930797" y="1250067"/>
            <a:ext cx="7981709" cy="522018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067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17F8-3AD6-2CAC-9486-4A98514E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"Power User" (High Specs, Mid Price)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C62149-0B19-B547-3E1A-328D849C89B8}"/>
              </a:ext>
            </a:extLst>
          </p:cNvPr>
          <p:cNvSpPr/>
          <p:nvPr/>
        </p:nvSpPr>
        <p:spPr>
          <a:xfrm>
            <a:off x="949124" y="1365813"/>
            <a:ext cx="9583838" cy="478034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378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8F37F2-B3E4-BCD6-889D-D4F0DEC49D7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61639" y="709908"/>
            <a:ext cx="9062977" cy="54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37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5809-3771-2BD3-69A2-5E22E9A2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VFM Score, Category &amp; Business Meaning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4524C-382E-3CE8-C358-960E73C8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939"/>
            <a:ext cx="10515600" cy="48690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9.0 - 10.0 --&gt; Excellent</a:t>
            </a:r>
          </a:p>
          <a:p>
            <a:r>
              <a:rPr lang="en-US" dirty="0"/>
              <a:t>High-end specs at a budget price; likely a massive discount.</a:t>
            </a:r>
          </a:p>
          <a:p>
            <a:r>
              <a:rPr lang="en-US" b="1" dirty="0"/>
              <a:t>7.0 - 8.9 --&gt; Great</a:t>
            </a:r>
          </a:p>
          <a:p>
            <a:r>
              <a:rPr lang="en-US" dirty="0"/>
              <a:t>Solid hardware for a very fair market price.</a:t>
            </a:r>
          </a:p>
          <a:p>
            <a:r>
              <a:rPr lang="en-US" b="1" dirty="0"/>
              <a:t>5.0 - 6.9 --&gt; Average</a:t>
            </a:r>
          </a:p>
          <a:p>
            <a:r>
              <a:rPr lang="en-US" dirty="0"/>
              <a:t>Standard pricing; you get exactly what you pay for.</a:t>
            </a:r>
          </a:p>
          <a:p>
            <a:r>
              <a:rPr lang="en-US" b="1" dirty="0"/>
              <a:t>Below 5.0 --&gt; Premium</a:t>
            </a:r>
          </a:p>
          <a:p>
            <a:r>
              <a:rPr lang="en-US" dirty="0"/>
              <a:t>"You are paying for the Brand name, build quality, or thinness."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791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69AE-06CA-D439-2597-F297159E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AD48-F578-4973-50FD-7617CFA18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831"/>
            <a:ext cx="10515600" cy="4351338"/>
          </a:xfrm>
        </p:spPr>
        <p:txBody>
          <a:bodyPr/>
          <a:lstStyle/>
          <a:p>
            <a:r>
              <a:rPr lang="en-US" b="1" dirty="0"/>
              <a:t>Null Hypothesis (H0): </a:t>
            </a:r>
            <a:r>
              <a:rPr lang="en-US" dirty="0"/>
              <a:t>The average price is the same for all brands. (Brand doesn't matter).</a:t>
            </a:r>
          </a:p>
          <a:p>
            <a:r>
              <a:rPr lang="en-US" b="1" dirty="0"/>
              <a:t>Alternative Hypothesis </a:t>
            </a:r>
            <a:r>
              <a:rPr lang="en-US" dirty="0"/>
              <a:t>(H1): At least one brand has a significantly different average price compared to the others</a:t>
            </a:r>
            <a:br>
              <a:rPr lang="en-US" dirty="0"/>
            </a:b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Test used: One-Way ANOVA </a:t>
            </a:r>
            <a:r>
              <a:rPr lang="en-US" dirty="0"/>
              <a:t>:</a:t>
            </a:r>
          </a:p>
          <a:p>
            <a:pPr latinLnBrk="1"/>
            <a:r>
              <a:rPr lang="en-IN" b="1" dirty="0"/>
              <a:t>F-statistic</a:t>
            </a:r>
            <a:r>
              <a:rPr lang="en-IN" dirty="0"/>
              <a:t>: 18.435729091618313</a:t>
            </a:r>
          </a:p>
          <a:p>
            <a:pPr latinLnBrk="1"/>
            <a:r>
              <a:rPr lang="en-IN" b="1" dirty="0"/>
              <a:t>p-value</a:t>
            </a:r>
            <a:r>
              <a:rPr lang="en-IN" dirty="0"/>
              <a:t>: 0.000000000000000000000002044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6EC51-491A-8160-7C40-275DB25D1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44" y="5492610"/>
            <a:ext cx="5725324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93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F3F2-FAF2-6095-2266-013587B4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for the test case: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5FCA-5C5F-FC66-F791-97E00190C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1343844"/>
            <a:ext cx="10515600" cy="435133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pPr>
              <a:lnSpc>
                <a:spcPct val="110000"/>
              </a:lnSpc>
            </a:pPr>
            <a:r>
              <a:rPr lang="en-US" sz="2600" dirty="0"/>
              <a:t>Rule: If p &lt; 0.05, we reject the Null Hypothesis.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High F-score shows significant brand differences.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Near-zero p-value proves results are real.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Rejected Null Hypothesis; Brand name matters.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Statistical data confirms brand price variation.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Finding: Confirmed that the "Brand" factor is statistically significant ().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Observation: Brands like Apple and Microsoft have a higher "Brand Premium" compared to Acer and HP, which target the budget-friendly segment.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189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2D8C8-0C48-DC57-AE9B-CE5FEB7B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685417"/>
            <a:ext cx="9431066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4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A239-40A7-EE7E-798E-EAEBC70C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Data for Brands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DA8BAA-3AC8-E1BF-23ED-944F9391E5FF}"/>
              </a:ext>
            </a:extLst>
          </p:cNvPr>
          <p:cNvSpPr/>
          <p:nvPr/>
        </p:nvSpPr>
        <p:spPr>
          <a:xfrm>
            <a:off x="924233" y="1465006"/>
            <a:ext cx="7546527" cy="446384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074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130F-D717-9B5D-EC40-FF4CE02D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4" y="13363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from Laptop Data Analysis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D32A-FBB1-9747-933D-EF8ABF8C8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54" y="1253331"/>
            <a:ext cx="10515600" cy="5101170"/>
          </a:xfrm>
        </p:spPr>
        <p:txBody>
          <a:bodyPr>
            <a:noAutofit/>
          </a:bodyPr>
          <a:lstStyle/>
          <a:p>
            <a:r>
              <a:rPr lang="en-US" sz="2400" b="1" dirty="0"/>
              <a:t>1. Brand Dominance &amp; Price Premium</a:t>
            </a:r>
            <a:endParaRPr lang="en-US" sz="2400" dirty="0"/>
          </a:p>
          <a:p>
            <a:r>
              <a:rPr lang="en-US" sz="2400" b="1" dirty="0"/>
              <a:t>High-Tier Brands:</a:t>
            </a:r>
            <a:r>
              <a:rPr lang="en-US" sz="2400" dirty="0"/>
              <a:t> Apple and Microsoft lead the market with the highest average prices (₹1.57L and ₹1.44L respectively), confirming a significant "Brand Premium."</a:t>
            </a:r>
          </a:p>
          <a:p>
            <a:r>
              <a:rPr lang="en-US" sz="2400" b="1" dirty="0"/>
              <a:t>Budget Competitors:</a:t>
            </a:r>
            <a:r>
              <a:rPr lang="en-US" sz="2400" dirty="0"/>
              <a:t> Brands like Fujitsu and Acer offer the lowest average entry points, focusing on price-sensitive consumers.</a:t>
            </a:r>
          </a:p>
          <a:p>
            <a:r>
              <a:rPr lang="en-US" sz="2400" b="1" dirty="0"/>
              <a:t>2. Technical Drivers of Value</a:t>
            </a:r>
            <a:endParaRPr lang="en-US" sz="2400" dirty="0"/>
          </a:p>
          <a:p>
            <a:r>
              <a:rPr lang="en-US" sz="2400" b="1" dirty="0"/>
              <a:t>RAM is King:</a:t>
            </a:r>
            <a:r>
              <a:rPr lang="en-US" sz="2400" dirty="0"/>
              <a:t> Performance specs show a </a:t>
            </a:r>
            <a:r>
              <a:rPr lang="en-US" sz="2400" b="1" dirty="0"/>
              <a:t>moderate positive correlation (0.45)</a:t>
            </a:r>
            <a:r>
              <a:rPr lang="en-US" sz="2400" dirty="0"/>
              <a:t> with price, indicating that RAM capacity is a stronger price driver than storage (ROM) or screen size.</a:t>
            </a:r>
          </a:p>
          <a:p>
            <a:r>
              <a:rPr lang="en-US" sz="2400" b="1" dirty="0"/>
              <a:t>Storage Impact:</a:t>
            </a:r>
            <a:r>
              <a:rPr lang="en-US" sz="2400" dirty="0"/>
              <a:t> ROM_GB also significantly influences cost (0.40 correlation), while physical attributes like weight and screen size have a negligible impact on pricing.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16492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6A18-882D-5250-D357-43CCCD60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179"/>
            <a:ext cx="10515600" cy="4864542"/>
          </a:xfrm>
        </p:spPr>
        <p:txBody>
          <a:bodyPr>
            <a:normAutofit/>
          </a:bodyPr>
          <a:lstStyle/>
          <a:p>
            <a:r>
              <a:rPr lang="en-US" sz="2400" b="1" dirty="0"/>
              <a:t>3. Discounting Strategies</a:t>
            </a:r>
            <a:endParaRPr lang="en-US" sz="2400" dirty="0"/>
          </a:p>
          <a:p>
            <a:r>
              <a:rPr lang="en-US" sz="2400" b="1" dirty="0"/>
              <a:t>Aggressive Discounting:</a:t>
            </a:r>
            <a:r>
              <a:rPr lang="en-US" sz="2400" dirty="0"/>
              <a:t> Fujitsu (56%) and Lenovo (32%) use the highest average discounts to drive sales.</a:t>
            </a:r>
          </a:p>
          <a:p>
            <a:r>
              <a:rPr lang="en-US" sz="2400" b="1" dirty="0"/>
              <a:t>Price Stability:</a:t>
            </a:r>
            <a:r>
              <a:rPr lang="en-US" sz="2400" dirty="0"/>
              <a:t> Microsoft maintains the lowest average discount (~2.8%), suggesting a "fixed-price" premium strategy compared to competitors who fluctuate prices often.</a:t>
            </a:r>
          </a:p>
          <a:p>
            <a:r>
              <a:rPr lang="en-US" sz="2400" b="1" dirty="0"/>
              <a:t>4. Statistical Summary for Price by Brand</a:t>
            </a:r>
            <a:endParaRPr lang="en-US" sz="2400" dirty="0"/>
          </a:p>
          <a:p>
            <a:r>
              <a:rPr lang="en-US" sz="2400" dirty="0"/>
              <a:t>The data reveals a clear segmentation: Premium brands maintain high prices with low discounts, while mid-tier brands (HP, Acer) rely heavily on "Savings (</a:t>
            </a:r>
            <a:r>
              <a:rPr lang="en-US" sz="2400" dirty="0" err="1"/>
              <a:t>rs</a:t>
            </a:r>
            <a:r>
              <a:rPr lang="en-US" sz="2400" dirty="0"/>
              <a:t>)" to attract buyers.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432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7240-8820-DEE1-0024-63C5E15F2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C51517-56A3-EE4F-BCE0-4D641E0725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49248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Selenium successfully scraped 534 laptop listings.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Brand identity significantly drives market pricing.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Apple and Microsoft command highest premiums.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RAM is the leading technical driver.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Storage shows moderate correlation with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Discounts fluctuate based on brand strategy.</a:t>
            </a:r>
          </a:p>
        </p:txBody>
      </p:sp>
    </p:spTree>
    <p:extLst>
      <p:ext uri="{BB962C8B-B14F-4D97-AF65-F5344CB8AC3E}">
        <p14:creationId xmlns:p14="http://schemas.microsoft.com/office/powerpoint/2010/main" val="3947367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5AF0-320E-3C58-43E2-46E820C7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65" y="345028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127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917987" y="3092073"/>
            <a:ext cx="5365207" cy="179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 YOU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2811</TotalTime>
  <Words>993</Words>
  <Application>Microsoft Office PowerPoint</Application>
  <PresentationFormat>Widescreen</PresentationFormat>
  <Paragraphs>115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Times New Roman</vt:lpstr>
      <vt:lpstr>Wingdings</vt:lpstr>
      <vt:lpstr>Calibri Light</vt:lpstr>
      <vt:lpstr>Libre Baskerville</vt:lpstr>
      <vt:lpstr>Arial</vt:lpstr>
      <vt:lpstr>Calibri</vt:lpstr>
      <vt:lpstr>Office Theme</vt:lpstr>
      <vt:lpstr>PowerPoint Presentation</vt:lpstr>
      <vt:lpstr>About me</vt:lpstr>
      <vt:lpstr>Agenda</vt:lpstr>
      <vt:lpstr> Problem Statement</vt:lpstr>
      <vt:lpstr>Objective</vt:lpstr>
      <vt:lpstr>Data Extraction</vt:lpstr>
      <vt:lpstr>Dataset Overview</vt:lpstr>
      <vt:lpstr>Univariate Analysis  1. Price Distribution (Are these budget or luxury laptops?)</vt:lpstr>
      <vt:lpstr>Distributions</vt:lpstr>
      <vt:lpstr>Bivariate Analysis Brand vs. Average Price (Which brand is most expensive?)</vt:lpstr>
      <vt:lpstr>PowerPoint Presentation</vt:lpstr>
      <vt:lpstr>How Processor Choice Impacts Laptop Price</vt:lpstr>
      <vt:lpstr> RAM vs. Price (How much does extra memory cost?)</vt:lpstr>
      <vt:lpstr>PowerPoint Presentation</vt:lpstr>
      <vt:lpstr>Screen Size vs Price: Larger Screens show a Slight Price Increase</vt:lpstr>
      <vt:lpstr> Discount Analysis (Which brand offers the biggest deals?)¶</vt:lpstr>
      <vt:lpstr>Multivariate Analysis To check which features (RAM, ROM, Weight, Screen Size) have the strongest "pull" on the price.</vt:lpstr>
      <vt:lpstr>The "Power User" (High Specs, Mid Price)</vt:lpstr>
      <vt:lpstr>PowerPoint Presentation</vt:lpstr>
      <vt:lpstr>VFM Score, Category &amp; Business Meaning</vt:lpstr>
      <vt:lpstr>Hypothesis Testing</vt:lpstr>
      <vt:lpstr>Summary for the test case:</vt:lpstr>
      <vt:lpstr>PowerPoint Presentation</vt:lpstr>
      <vt:lpstr>Descriptive Data for Brands</vt:lpstr>
      <vt:lpstr>Major Findings from Laptop Data Analysis</vt:lpstr>
      <vt:lpstr>PowerPoint Presentation</vt:lpstr>
      <vt:lpstr> Conclusion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Morangapalli Sharath Kumar</cp:lastModifiedBy>
  <cp:revision>80</cp:revision>
  <dcterms:created xsi:type="dcterms:W3CDTF">2021-02-16T05:19:01Z</dcterms:created>
  <dcterms:modified xsi:type="dcterms:W3CDTF">2026-02-07T00:33:44Z</dcterms:modified>
</cp:coreProperties>
</file>